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онстантин Никулин" userId="a9a1c64caca60aa8" providerId="LiveId" clId="{707A2521-FF9D-4868-A01C-F221B94816D5}"/>
    <pc:docChg chg="addSld delSld modSld">
      <pc:chgData name="Константин Никулин" userId="a9a1c64caca60aa8" providerId="LiveId" clId="{707A2521-FF9D-4868-A01C-F221B94816D5}" dt="2026-10-22T07:57:04.111" v="1262" actId="2696"/>
      <pc:docMkLst>
        <pc:docMk/>
      </pc:docMkLst>
      <pc:sldChg chg="modSp new mod">
        <pc:chgData name="Константин Никулин" userId="a9a1c64caca60aa8" providerId="LiveId" clId="{707A2521-FF9D-4868-A01C-F221B94816D5}" dt="2026-10-22T07:43:08.536" v="66" actId="20577"/>
        <pc:sldMkLst>
          <pc:docMk/>
          <pc:sldMk cId="2268849034" sldId="256"/>
        </pc:sldMkLst>
        <pc:spChg chg="mod">
          <ac:chgData name="Константин Никулин" userId="a9a1c64caca60aa8" providerId="LiveId" clId="{707A2521-FF9D-4868-A01C-F221B94816D5}" dt="2026-10-22T07:42:55.545" v="37" actId="20577"/>
          <ac:spMkLst>
            <pc:docMk/>
            <pc:sldMk cId="2268849034" sldId="256"/>
            <ac:spMk id="2" creationId="{22DC0A95-344D-576B-4900-516D86AFCE19}"/>
          </ac:spMkLst>
        </pc:spChg>
        <pc:spChg chg="mod">
          <ac:chgData name="Константин Никулин" userId="a9a1c64caca60aa8" providerId="LiveId" clId="{707A2521-FF9D-4868-A01C-F221B94816D5}" dt="2026-10-22T07:43:08.536" v="66" actId="20577"/>
          <ac:spMkLst>
            <pc:docMk/>
            <pc:sldMk cId="2268849034" sldId="256"/>
            <ac:spMk id="3" creationId="{37463E32-8006-8F80-FA15-AC4551423321}"/>
          </ac:spMkLst>
        </pc:spChg>
      </pc:sldChg>
      <pc:sldChg chg="modSp new mod">
        <pc:chgData name="Константин Никулин" userId="a9a1c64caca60aa8" providerId="LiveId" clId="{707A2521-FF9D-4868-A01C-F221B94816D5}" dt="2026-10-22T07:44:38.663" v="260" actId="20577"/>
        <pc:sldMkLst>
          <pc:docMk/>
          <pc:sldMk cId="1745972909" sldId="257"/>
        </pc:sldMkLst>
        <pc:spChg chg="mod">
          <ac:chgData name="Константин Никулин" userId="a9a1c64caca60aa8" providerId="LiveId" clId="{707A2521-FF9D-4868-A01C-F221B94816D5}" dt="2026-10-22T07:43:15.398" v="79" actId="20577"/>
          <ac:spMkLst>
            <pc:docMk/>
            <pc:sldMk cId="1745972909" sldId="257"/>
            <ac:spMk id="2" creationId="{D32AB8BE-FF7C-E446-DB2A-226B89B8FF47}"/>
          </ac:spMkLst>
        </pc:spChg>
        <pc:spChg chg="mod">
          <ac:chgData name="Константин Никулин" userId="a9a1c64caca60aa8" providerId="LiveId" clId="{707A2521-FF9D-4868-A01C-F221B94816D5}" dt="2026-10-22T07:44:38.663" v="260" actId="20577"/>
          <ac:spMkLst>
            <pc:docMk/>
            <pc:sldMk cId="1745972909" sldId="257"/>
            <ac:spMk id="3" creationId="{66D67B68-22A5-1C0A-CD55-F56BA431B992}"/>
          </ac:spMkLst>
        </pc:spChg>
      </pc:sldChg>
      <pc:sldChg chg="modSp new mod">
        <pc:chgData name="Константин Никулин" userId="a9a1c64caca60aa8" providerId="LiveId" clId="{707A2521-FF9D-4868-A01C-F221B94816D5}" dt="2026-10-22T07:48:36.535" v="730" actId="20577"/>
        <pc:sldMkLst>
          <pc:docMk/>
          <pc:sldMk cId="648413916" sldId="258"/>
        </pc:sldMkLst>
        <pc:spChg chg="mod">
          <ac:chgData name="Константин Никулин" userId="a9a1c64caca60aa8" providerId="LiveId" clId="{707A2521-FF9D-4868-A01C-F221B94816D5}" dt="2026-10-22T07:48:14.170" v="712" actId="20577"/>
          <ac:spMkLst>
            <pc:docMk/>
            <pc:sldMk cId="648413916" sldId="258"/>
            <ac:spMk id="2" creationId="{F58F4035-C560-CF14-BDD1-F908543294A4}"/>
          </ac:spMkLst>
        </pc:spChg>
        <pc:spChg chg="mod">
          <ac:chgData name="Константин Никулин" userId="a9a1c64caca60aa8" providerId="LiveId" clId="{707A2521-FF9D-4868-A01C-F221B94816D5}" dt="2026-10-22T07:48:36.535" v="730" actId="20577"/>
          <ac:spMkLst>
            <pc:docMk/>
            <pc:sldMk cId="648413916" sldId="258"/>
            <ac:spMk id="3" creationId="{474EE821-66C6-F8FC-9FC9-90086310A42F}"/>
          </ac:spMkLst>
        </pc:spChg>
      </pc:sldChg>
      <pc:sldChg chg="modSp new mod">
        <pc:chgData name="Константин Никулин" userId="a9a1c64caca60aa8" providerId="LiveId" clId="{707A2521-FF9D-4868-A01C-F221B94816D5}" dt="2026-10-22T07:56:47.092" v="1253" actId="20577"/>
        <pc:sldMkLst>
          <pc:docMk/>
          <pc:sldMk cId="2170719934" sldId="259"/>
        </pc:sldMkLst>
        <pc:spChg chg="mod">
          <ac:chgData name="Константин Никулин" userId="a9a1c64caca60aa8" providerId="LiveId" clId="{707A2521-FF9D-4868-A01C-F221B94816D5}" dt="2026-10-22T07:48:48.261" v="748" actId="20577"/>
          <ac:spMkLst>
            <pc:docMk/>
            <pc:sldMk cId="2170719934" sldId="259"/>
            <ac:spMk id="2" creationId="{7FBF8032-6F2C-43A9-2E6F-CD4F9C581366}"/>
          </ac:spMkLst>
        </pc:spChg>
        <pc:spChg chg="mod">
          <ac:chgData name="Константин Никулин" userId="a9a1c64caca60aa8" providerId="LiveId" clId="{707A2521-FF9D-4868-A01C-F221B94816D5}" dt="2026-10-22T07:56:47.092" v="1253" actId="20577"/>
          <ac:spMkLst>
            <pc:docMk/>
            <pc:sldMk cId="2170719934" sldId="259"/>
            <ac:spMk id="3" creationId="{FC03DBB4-B3AD-6902-3520-F3D23B39092E}"/>
          </ac:spMkLst>
        </pc:spChg>
      </pc:sldChg>
      <pc:sldChg chg="modSp new del mod">
        <pc:chgData name="Константин Никулин" userId="a9a1c64caca60aa8" providerId="LiveId" clId="{707A2521-FF9D-4868-A01C-F221B94816D5}" dt="2026-10-22T07:57:04.111" v="1262" actId="2696"/>
        <pc:sldMkLst>
          <pc:docMk/>
          <pc:sldMk cId="339807240" sldId="260"/>
        </pc:sldMkLst>
        <pc:spChg chg="mod">
          <ac:chgData name="Константин Никулин" userId="a9a1c64caca60aa8" providerId="LiveId" clId="{707A2521-FF9D-4868-A01C-F221B94816D5}" dt="2026-10-22T07:56:59.250" v="1261" actId="20577"/>
          <ac:spMkLst>
            <pc:docMk/>
            <pc:sldMk cId="339807240" sldId="260"/>
            <ac:spMk id="2" creationId="{FF1985A9-52B1-3656-E505-A9FDC1CA0C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B1D70-E534-F8BD-63E9-3ED9DC880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6EF5B9-3712-D683-B678-0F4605A5F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85B6F1-58C5-56A7-5604-5B1A65884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17F9A7-7F2A-914D-A9AF-0356D795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DEFC22-37EE-5EC5-CA1E-842FCCC6E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27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478DF-B84A-C862-D004-53DBBE142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4D8F58-56F5-E781-C04A-4D7525C65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A31A09-FAE0-CB86-B2B3-04E514FC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794057-4D62-4B8A-352D-793E703FE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D9CC05-6A1E-0612-5B64-D7CF07E0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43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3255A-911D-F906-780E-5A5228BF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C51E80-E881-E9D8-840F-6816F89DA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C892BF-ED3F-05EC-5D51-5819CF0D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5B652A-1714-E03D-2D04-B4A9C2FC8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FFA472-8A80-EC79-2A3B-D51E35E4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860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D1587-3811-2C3B-65CD-175327E6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47D4F9-F784-95FA-1698-F8E81EE66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BD21C3-88CA-E216-C428-62226082D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6C05A6-BE82-1717-2466-C662B746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1375CE-FCA4-64E1-43FC-0322C888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3793E5-8630-E6C8-7B05-BA5C194AD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265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7DE07B-52DB-A3EF-282F-DC3C24D51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39A9B3-9D47-ADB7-3DB5-8B446E63F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B592E6-4702-EEFF-01E6-619AC46F1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A8898E-1CD5-734A-8F32-2D2641019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14FA572-6DBF-9392-3B1E-4E40E6C97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BC4EFC-696C-BE19-FF1B-30BDE80D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37DE2AB-D514-3F86-86AA-C5C600DB8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1E4ADEA-1E71-6DF3-1E4D-457CAE8D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9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F6417-1163-580D-A027-44FF0E486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CCC2040-AD66-DF60-C215-F67A68B2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528DB5-E222-9403-288D-772BE6E2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BB320F-4A33-3F0C-05D7-1882B326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622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56C454-FD94-8D22-CA23-D1CC77E7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740F7C1-3B64-94B6-CB8C-65CD82025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19E4E8-E137-A7F7-BC08-056DF756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49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79F576-1866-0388-8B0C-CC0B4B560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09B0AF-A35A-8899-6EFF-5E4216F04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2D3753-3DF1-83CA-EB0C-0487CB705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F57273-75CA-B5DC-3C1D-7BCF632E5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7C5984-0E10-F7C1-72A8-3BF8A3A4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9149F-671A-FE80-B172-787CE1A9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501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2A7A23-4B1D-6AB7-6969-1E8002027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3EDFB5-FAAC-B705-B36A-2205F1B7F3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5638C8-415B-7F40-25A3-83A8EF00D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0878A0-4259-B187-6CA1-E3630D37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D0C1AF-1863-785F-269C-E4FD9135E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F4D006-3681-63DF-3A8A-48B38765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04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DA5AD-1D91-BA7B-BC83-1969B003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7ECB1B-FDF6-06C8-B990-E795A7768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F36DF2-E215-8BDE-C66E-17562900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1BF1BC-8837-BAC9-3E08-4E3CB3A6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97F30E-53E1-6ED0-6107-737B73F4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9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7A51D56-B545-464F-26E3-7BF604B99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4CFB2E1-B696-42EE-70AA-A6395616A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D2DC72-B35D-107E-9629-4416B8B0C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448EB3-89A1-6E04-237D-419734B7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26067F-327D-D24C-F410-7B02F9A70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18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1AE9C1-A2A2-76D7-3BFD-464C09A00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A55549-6C30-510E-7F11-C9EC6D434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8DB000-25AC-B7F8-0587-D8F7269DE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9E68B-7E87-40D6-BF53-DD0655960E87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D8AAAD-B575-20C8-9578-E37BFB2B5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93C5F0-70AB-7918-C7CF-761021597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745CC-C44C-4A44-A1C6-F1394DA4D0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23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DC0A95-344D-576B-4900-516D86AFCE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Расчеты люминофоров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463E32-8006-8F80-FA15-AC45514233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Методы, задачи и цель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268849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AB8BE-FF7C-E446-DB2A-226B89B8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D67B68-22A5-1C0A-CD55-F56BA431B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На основе уже известного люминофора путем замены </a:t>
            </a:r>
            <a:r>
              <a:rPr lang="ru-RU" dirty="0" err="1"/>
              <a:t>заместистителей</a:t>
            </a:r>
            <a:r>
              <a:rPr lang="ru-RU" dirty="0"/>
              <a:t> менять спектральные свойства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(Не факт, что выполнимо) попытаться сделать свой люминофор </a:t>
            </a:r>
          </a:p>
        </p:txBody>
      </p:sp>
    </p:spTree>
    <p:extLst>
      <p:ext uri="{BB962C8B-B14F-4D97-AF65-F5344CB8AC3E}">
        <p14:creationId xmlns:p14="http://schemas.microsoft.com/office/powerpoint/2010/main" val="1745972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F4035-C560-CF14-BDD1-F9085432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для начала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4EE821-66C6-F8FC-9FC9-90086310A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 методы расчета МО молекул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Разобраться с использованием Гессиана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 и сравнить разные методы </a:t>
            </a:r>
            <a:r>
              <a:rPr lang="ru-RU" dirty="0" err="1"/>
              <a:t>рассчета</a:t>
            </a:r>
            <a:r>
              <a:rPr lang="ru-RU" dirty="0"/>
              <a:t> колебательных энергий (для них и </a:t>
            </a:r>
            <a:r>
              <a:rPr lang="ru-RU" dirty="0" err="1"/>
              <a:t>нуже</a:t>
            </a:r>
            <a:r>
              <a:rPr lang="ru-RU" dirty="0"/>
              <a:t> гессиан)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Использовать </a:t>
            </a:r>
            <a:r>
              <a:rPr lang="en-US" dirty="0"/>
              <a:t>Avogadro </a:t>
            </a:r>
            <a:r>
              <a:rPr lang="ru-RU" dirty="0"/>
              <a:t>как быстрого и наглядного способа визуализировать результаты и делать вводную геометрию молекулы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 методы оптимизации геометрии для основного и возбужденного состояния</a:t>
            </a:r>
          </a:p>
        </p:txBody>
      </p:sp>
    </p:spTree>
    <p:extLst>
      <p:ext uri="{BB962C8B-B14F-4D97-AF65-F5344CB8AC3E}">
        <p14:creationId xmlns:p14="http://schemas.microsoft.com/office/powerpoint/2010/main" val="648413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F8032-6F2C-43A9-2E6F-CD4F9C581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для 1 идеи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03DBB4-B3AD-6902-3520-F3D23B390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Найти </a:t>
            </a:r>
            <a:r>
              <a:rPr lang="ru-RU" dirty="0" err="1"/>
              <a:t>распростанненые</a:t>
            </a:r>
            <a:r>
              <a:rPr lang="ru-RU" dirty="0"/>
              <a:t> органические люминофоры. Среди них выделить относительно простые для изменения состава. Планирую брать крупные ароматические молекулы и менять свойства с помощью различных групп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Предложить осуществимые превращения данных молекул в новые и для них найти спектральные свойства </a:t>
            </a:r>
          </a:p>
        </p:txBody>
      </p:sp>
    </p:spTree>
    <p:extLst>
      <p:ext uri="{BB962C8B-B14F-4D97-AF65-F5344CB8AC3E}">
        <p14:creationId xmlns:p14="http://schemas.microsoft.com/office/powerpoint/2010/main" val="21707199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125</Words>
  <Application>Microsoft Office PowerPoint</Application>
  <PresentationFormat>Широкоэкранный</PresentationFormat>
  <Paragraphs>14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Тема Office</vt:lpstr>
      <vt:lpstr>Расчеты люминофоров</vt:lpstr>
      <vt:lpstr>Цель проекта</vt:lpstr>
      <vt:lpstr>Задачи для начала</vt:lpstr>
      <vt:lpstr>Задачи для 1 идеи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Константин Никулин</dc:creator>
  <cp:lastModifiedBy>Константин Никулин</cp:lastModifiedBy>
  <cp:revision>1</cp:revision>
  <dcterms:created xsi:type="dcterms:W3CDTF">2026-10-22T07:42:33Z</dcterms:created>
  <dcterms:modified xsi:type="dcterms:W3CDTF">2026-10-22T07:57:27Z</dcterms:modified>
</cp:coreProperties>
</file>