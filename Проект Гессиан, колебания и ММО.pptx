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90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Константин Никулин" userId="a9a1c64caca60aa8" providerId="LiveId" clId="{ED2B5532-BBF7-4B2D-A6B5-26618583ACE9}"/>
    <pc:docChg chg="undo custSel addSld modSld">
      <pc:chgData name="Константин Никулин" userId="a9a1c64caca60aa8" providerId="LiveId" clId="{ED2B5532-BBF7-4B2D-A6B5-26618583ACE9}" dt="2026-10-22T12:01:39.157" v="4831" actId="313"/>
      <pc:docMkLst>
        <pc:docMk/>
      </pc:docMkLst>
      <pc:sldChg chg="modSp new mod">
        <pc:chgData name="Константин Никулин" userId="a9a1c64caca60aa8" providerId="LiveId" clId="{ED2B5532-BBF7-4B2D-A6B5-26618583ACE9}" dt="2026-10-22T07:58:51.649" v="78" actId="20577"/>
        <pc:sldMkLst>
          <pc:docMk/>
          <pc:sldMk cId="2773657185" sldId="256"/>
        </pc:sldMkLst>
        <pc:spChg chg="mod">
          <ac:chgData name="Константин Никулин" userId="a9a1c64caca60aa8" providerId="LiveId" clId="{ED2B5532-BBF7-4B2D-A6B5-26618583ACE9}" dt="2026-10-22T07:58:42.983" v="59" actId="20577"/>
          <ac:spMkLst>
            <pc:docMk/>
            <pc:sldMk cId="2773657185" sldId="256"/>
            <ac:spMk id="2" creationId="{D6B3734C-DA8F-3AF7-9225-5693502CF3AF}"/>
          </ac:spMkLst>
        </pc:spChg>
        <pc:spChg chg="mod">
          <ac:chgData name="Константин Никулин" userId="a9a1c64caca60aa8" providerId="LiveId" clId="{ED2B5532-BBF7-4B2D-A6B5-26618583ACE9}" dt="2026-10-22T07:58:51.649" v="78" actId="20577"/>
          <ac:spMkLst>
            <pc:docMk/>
            <pc:sldMk cId="2773657185" sldId="256"/>
            <ac:spMk id="3" creationId="{E06CDACB-3ABB-5BC5-2B24-2AF81C74EC7F}"/>
          </ac:spMkLst>
        </pc:spChg>
      </pc:sldChg>
      <pc:sldChg chg="modSp new mod">
        <pc:chgData name="Константин Никулин" userId="a9a1c64caca60aa8" providerId="LiveId" clId="{ED2B5532-BBF7-4B2D-A6B5-26618583ACE9}" dt="2026-10-22T08:39:15.237" v="1156" actId="20577"/>
        <pc:sldMkLst>
          <pc:docMk/>
          <pc:sldMk cId="940145489" sldId="257"/>
        </pc:sldMkLst>
        <pc:spChg chg="mod">
          <ac:chgData name="Константин Никулин" userId="a9a1c64caca60aa8" providerId="LiveId" clId="{ED2B5532-BBF7-4B2D-A6B5-26618583ACE9}" dt="2026-10-22T07:59:09.114" v="120" actId="20577"/>
          <ac:spMkLst>
            <pc:docMk/>
            <pc:sldMk cId="940145489" sldId="257"/>
            <ac:spMk id="2" creationId="{4482BFC1-A42A-4296-F8B7-46F6F1A06130}"/>
          </ac:spMkLst>
        </pc:spChg>
        <pc:spChg chg="mod">
          <ac:chgData name="Константин Никулин" userId="a9a1c64caca60aa8" providerId="LiveId" clId="{ED2B5532-BBF7-4B2D-A6B5-26618583ACE9}" dt="2026-10-22T08:39:15.237" v="1156" actId="20577"/>
          <ac:spMkLst>
            <pc:docMk/>
            <pc:sldMk cId="940145489" sldId="257"/>
            <ac:spMk id="3" creationId="{BE3F49B6-24DB-4509-28A8-15840F612B6F}"/>
          </ac:spMkLst>
        </pc:spChg>
      </pc:sldChg>
      <pc:sldChg chg="modSp new mod">
        <pc:chgData name="Константин Никулин" userId="a9a1c64caca60aa8" providerId="LiveId" clId="{ED2B5532-BBF7-4B2D-A6B5-26618583ACE9}" dt="2026-10-22T08:50:22.243" v="1912" actId="20577"/>
        <pc:sldMkLst>
          <pc:docMk/>
          <pc:sldMk cId="8049965" sldId="258"/>
        </pc:sldMkLst>
        <pc:spChg chg="mod">
          <ac:chgData name="Константин Никулин" userId="a9a1c64caca60aa8" providerId="LiveId" clId="{ED2B5532-BBF7-4B2D-A6B5-26618583ACE9}" dt="2026-10-22T08:39:38.424" v="1206" actId="20577"/>
          <ac:spMkLst>
            <pc:docMk/>
            <pc:sldMk cId="8049965" sldId="258"/>
            <ac:spMk id="2" creationId="{4F1D4D99-70E2-CA9E-9CCB-B08D5F89A120}"/>
          </ac:spMkLst>
        </pc:spChg>
        <pc:spChg chg="mod">
          <ac:chgData name="Константин Никулин" userId="a9a1c64caca60aa8" providerId="LiveId" clId="{ED2B5532-BBF7-4B2D-A6B5-26618583ACE9}" dt="2026-10-22T08:50:22.243" v="1912" actId="20577"/>
          <ac:spMkLst>
            <pc:docMk/>
            <pc:sldMk cId="8049965" sldId="258"/>
            <ac:spMk id="3" creationId="{43CEC5C6-8CA1-6738-7CCB-E2A788AFE2A4}"/>
          </ac:spMkLst>
        </pc:spChg>
      </pc:sldChg>
      <pc:sldChg chg="modSp new mod">
        <pc:chgData name="Константин Никулин" userId="a9a1c64caca60aa8" providerId="LiveId" clId="{ED2B5532-BBF7-4B2D-A6B5-26618583ACE9}" dt="2026-10-22T08:54:17.508" v="2193" actId="20577"/>
        <pc:sldMkLst>
          <pc:docMk/>
          <pc:sldMk cId="2851424713" sldId="259"/>
        </pc:sldMkLst>
        <pc:spChg chg="mod">
          <ac:chgData name="Константин Никулин" userId="a9a1c64caca60aa8" providerId="LiveId" clId="{ED2B5532-BBF7-4B2D-A6B5-26618583ACE9}" dt="2026-10-22T08:51:00.271" v="1938" actId="20577"/>
          <ac:spMkLst>
            <pc:docMk/>
            <pc:sldMk cId="2851424713" sldId="259"/>
            <ac:spMk id="2" creationId="{7F6ABCA2-CF23-DD59-1C89-B09CA9C35328}"/>
          </ac:spMkLst>
        </pc:spChg>
        <pc:spChg chg="mod">
          <ac:chgData name="Константин Никулин" userId="a9a1c64caca60aa8" providerId="LiveId" clId="{ED2B5532-BBF7-4B2D-A6B5-26618583ACE9}" dt="2026-10-22T08:54:17.508" v="2193" actId="20577"/>
          <ac:spMkLst>
            <pc:docMk/>
            <pc:sldMk cId="2851424713" sldId="259"/>
            <ac:spMk id="3" creationId="{1F9AF829-A304-57E2-101A-886BB4D45030}"/>
          </ac:spMkLst>
        </pc:spChg>
      </pc:sldChg>
      <pc:sldChg chg="modSp new mod">
        <pc:chgData name="Константин Никулин" userId="a9a1c64caca60aa8" providerId="LiveId" clId="{ED2B5532-BBF7-4B2D-A6B5-26618583ACE9}" dt="2026-10-22T09:06:19.226" v="2949" actId="20577"/>
        <pc:sldMkLst>
          <pc:docMk/>
          <pc:sldMk cId="501994887" sldId="260"/>
        </pc:sldMkLst>
        <pc:spChg chg="mod">
          <ac:chgData name="Константин Никулин" userId="a9a1c64caca60aa8" providerId="LiveId" clId="{ED2B5532-BBF7-4B2D-A6B5-26618583ACE9}" dt="2026-10-22T08:59:02.894" v="2233" actId="20577"/>
          <ac:spMkLst>
            <pc:docMk/>
            <pc:sldMk cId="501994887" sldId="260"/>
            <ac:spMk id="2" creationId="{AF1171BF-F209-3B03-834F-DD5968D945E3}"/>
          </ac:spMkLst>
        </pc:spChg>
        <pc:spChg chg="mod">
          <ac:chgData name="Константин Никулин" userId="a9a1c64caca60aa8" providerId="LiveId" clId="{ED2B5532-BBF7-4B2D-A6B5-26618583ACE9}" dt="2026-10-22T09:06:19.226" v="2949" actId="20577"/>
          <ac:spMkLst>
            <pc:docMk/>
            <pc:sldMk cId="501994887" sldId="260"/>
            <ac:spMk id="3" creationId="{E25C40C1-7577-6651-6604-858178FCEDE8}"/>
          </ac:spMkLst>
        </pc:spChg>
      </pc:sldChg>
      <pc:sldChg chg="modSp new mod">
        <pc:chgData name="Константин Никулин" userId="a9a1c64caca60aa8" providerId="LiveId" clId="{ED2B5532-BBF7-4B2D-A6B5-26618583ACE9}" dt="2026-10-22T09:11:49.190" v="3218" actId="20577"/>
        <pc:sldMkLst>
          <pc:docMk/>
          <pc:sldMk cId="4045657661" sldId="261"/>
        </pc:sldMkLst>
        <pc:spChg chg="mod">
          <ac:chgData name="Константин Никулин" userId="a9a1c64caca60aa8" providerId="LiveId" clId="{ED2B5532-BBF7-4B2D-A6B5-26618583ACE9}" dt="2026-10-22T09:09:42.251" v="2999" actId="20577"/>
          <ac:spMkLst>
            <pc:docMk/>
            <pc:sldMk cId="4045657661" sldId="261"/>
            <ac:spMk id="2" creationId="{1C1397CC-8E42-060A-8E8E-8B0498B478EC}"/>
          </ac:spMkLst>
        </pc:spChg>
        <pc:spChg chg="mod">
          <ac:chgData name="Константин Никулин" userId="a9a1c64caca60aa8" providerId="LiveId" clId="{ED2B5532-BBF7-4B2D-A6B5-26618583ACE9}" dt="2026-10-22T09:11:49.190" v="3218" actId="20577"/>
          <ac:spMkLst>
            <pc:docMk/>
            <pc:sldMk cId="4045657661" sldId="261"/>
            <ac:spMk id="3" creationId="{DEB5AE49-1412-FA21-AD59-F19E348E9D35}"/>
          </ac:spMkLst>
        </pc:spChg>
      </pc:sldChg>
      <pc:sldChg chg="modSp new mod">
        <pc:chgData name="Константин Никулин" userId="a9a1c64caca60aa8" providerId="LiveId" clId="{ED2B5532-BBF7-4B2D-A6B5-26618583ACE9}" dt="2026-10-22T09:14:52.451" v="3466" actId="20577"/>
        <pc:sldMkLst>
          <pc:docMk/>
          <pc:sldMk cId="585785267" sldId="262"/>
        </pc:sldMkLst>
        <pc:spChg chg="mod">
          <ac:chgData name="Константин Никулин" userId="a9a1c64caca60aa8" providerId="LiveId" clId="{ED2B5532-BBF7-4B2D-A6B5-26618583ACE9}" dt="2026-10-22T09:13:08.655" v="3244" actId="20577"/>
          <ac:spMkLst>
            <pc:docMk/>
            <pc:sldMk cId="585785267" sldId="262"/>
            <ac:spMk id="2" creationId="{41ACF8A1-13E6-6DCD-6AC8-FDA2E2E0B72A}"/>
          </ac:spMkLst>
        </pc:spChg>
        <pc:spChg chg="mod">
          <ac:chgData name="Константин Никулин" userId="a9a1c64caca60aa8" providerId="LiveId" clId="{ED2B5532-BBF7-4B2D-A6B5-26618583ACE9}" dt="2026-10-22T09:14:52.451" v="3466" actId="20577"/>
          <ac:spMkLst>
            <pc:docMk/>
            <pc:sldMk cId="585785267" sldId="262"/>
            <ac:spMk id="3" creationId="{69F3DAEE-52F9-034C-9AFE-752C8C23D177}"/>
          </ac:spMkLst>
        </pc:spChg>
      </pc:sldChg>
      <pc:sldChg chg="modSp new mod">
        <pc:chgData name="Константин Никулин" userId="a9a1c64caca60aa8" providerId="LiveId" clId="{ED2B5532-BBF7-4B2D-A6B5-26618583ACE9}" dt="2026-10-22T11:07:27.617" v="4071" actId="20577"/>
        <pc:sldMkLst>
          <pc:docMk/>
          <pc:sldMk cId="4120372042" sldId="263"/>
        </pc:sldMkLst>
        <pc:spChg chg="mod">
          <ac:chgData name="Константин Никулин" userId="a9a1c64caca60aa8" providerId="LiveId" clId="{ED2B5532-BBF7-4B2D-A6B5-26618583ACE9}" dt="2026-10-22T09:16:06.987" v="3509" actId="20577"/>
          <ac:spMkLst>
            <pc:docMk/>
            <pc:sldMk cId="4120372042" sldId="263"/>
            <ac:spMk id="2" creationId="{21E19EBE-5B55-EB5D-FDA0-44B64251E4BE}"/>
          </ac:spMkLst>
        </pc:spChg>
        <pc:spChg chg="mod">
          <ac:chgData name="Константин Никулин" userId="a9a1c64caca60aa8" providerId="LiveId" clId="{ED2B5532-BBF7-4B2D-A6B5-26618583ACE9}" dt="2026-10-22T11:07:27.617" v="4071" actId="20577"/>
          <ac:spMkLst>
            <pc:docMk/>
            <pc:sldMk cId="4120372042" sldId="263"/>
            <ac:spMk id="3" creationId="{6D14DA37-D254-5C4D-884B-A89953F68F4E}"/>
          </ac:spMkLst>
        </pc:spChg>
      </pc:sldChg>
      <pc:sldChg chg="addSp modSp new mod">
        <pc:chgData name="Константин Никулин" userId="a9a1c64caca60aa8" providerId="LiveId" clId="{ED2B5532-BBF7-4B2D-A6B5-26618583ACE9}" dt="2026-10-22T11:13:01.342" v="4122" actId="20577"/>
        <pc:sldMkLst>
          <pc:docMk/>
          <pc:sldMk cId="4042154128" sldId="264"/>
        </pc:sldMkLst>
        <pc:spChg chg="mod">
          <ac:chgData name="Константин Никулин" userId="a9a1c64caca60aa8" providerId="LiveId" clId="{ED2B5532-BBF7-4B2D-A6B5-26618583ACE9}" dt="2026-10-22T11:05:48.634" v="3980" actId="20577"/>
          <ac:spMkLst>
            <pc:docMk/>
            <pc:sldMk cId="4042154128" sldId="264"/>
            <ac:spMk id="2" creationId="{AF293DB7-A6B5-3364-EAA7-D6F24ECF0CB9}"/>
          </ac:spMkLst>
        </pc:spChg>
        <pc:spChg chg="mod">
          <ac:chgData name="Константин Никулин" userId="a9a1c64caca60aa8" providerId="LiveId" clId="{ED2B5532-BBF7-4B2D-A6B5-26618583ACE9}" dt="2026-10-22T11:13:01.342" v="4122" actId="20577"/>
          <ac:spMkLst>
            <pc:docMk/>
            <pc:sldMk cId="4042154128" sldId="264"/>
            <ac:spMk id="3" creationId="{DB569470-381E-B755-54D7-C6A5BAACD44B}"/>
          </ac:spMkLst>
        </pc:spChg>
        <pc:picChg chg="add mod">
          <ac:chgData name="Константин Никулин" userId="a9a1c64caca60aa8" providerId="LiveId" clId="{ED2B5532-BBF7-4B2D-A6B5-26618583ACE9}" dt="2026-10-22T11:06:41.505" v="4018" actId="14100"/>
          <ac:picMkLst>
            <pc:docMk/>
            <pc:sldMk cId="4042154128" sldId="264"/>
            <ac:picMk id="5" creationId="{56CDFCFB-0451-B0FF-AC6F-E31EAA8C8CD5}"/>
          </ac:picMkLst>
        </pc:picChg>
        <pc:picChg chg="add mod">
          <ac:chgData name="Константин Никулин" userId="a9a1c64caca60aa8" providerId="LiveId" clId="{ED2B5532-BBF7-4B2D-A6B5-26618583ACE9}" dt="2026-10-22T11:06:35.044" v="4016" actId="14100"/>
          <ac:picMkLst>
            <pc:docMk/>
            <pc:sldMk cId="4042154128" sldId="264"/>
            <ac:picMk id="1026" creationId="{8BFF8B36-8480-7E5D-062F-588C5078C01E}"/>
          </ac:picMkLst>
        </pc:picChg>
      </pc:sldChg>
      <pc:sldChg chg="addSp modSp new mod">
        <pc:chgData name="Константин Никулин" userId="a9a1c64caca60aa8" providerId="LiveId" clId="{ED2B5532-BBF7-4B2D-A6B5-26618583ACE9}" dt="2026-10-22T12:01:39.157" v="4831" actId="313"/>
        <pc:sldMkLst>
          <pc:docMk/>
          <pc:sldMk cId="3781861262" sldId="265"/>
        </pc:sldMkLst>
        <pc:spChg chg="mod">
          <ac:chgData name="Константин Никулин" userId="a9a1c64caca60aa8" providerId="LiveId" clId="{ED2B5532-BBF7-4B2D-A6B5-26618583ACE9}" dt="2026-10-22T11:54:44.744" v="4604" actId="20577"/>
          <ac:spMkLst>
            <pc:docMk/>
            <pc:sldMk cId="3781861262" sldId="265"/>
            <ac:spMk id="2" creationId="{DAD23E93-8CAD-73FE-CA9E-3CCBC517B889}"/>
          </ac:spMkLst>
        </pc:spChg>
        <pc:spChg chg="mod">
          <ac:chgData name="Константин Никулин" userId="a9a1c64caca60aa8" providerId="LiveId" clId="{ED2B5532-BBF7-4B2D-A6B5-26618583ACE9}" dt="2026-10-22T12:01:39.157" v="4831" actId="313"/>
          <ac:spMkLst>
            <pc:docMk/>
            <pc:sldMk cId="3781861262" sldId="265"/>
            <ac:spMk id="3" creationId="{93B924B5-FB15-F6C7-7658-A0F333336CEE}"/>
          </ac:spMkLst>
        </pc:spChg>
        <pc:picChg chg="add mod">
          <ac:chgData name="Константин Никулин" userId="a9a1c64caca60aa8" providerId="LiveId" clId="{ED2B5532-BBF7-4B2D-A6B5-26618583ACE9}" dt="2026-10-22T11:53:31.991" v="4484" actId="14100"/>
          <ac:picMkLst>
            <pc:docMk/>
            <pc:sldMk cId="3781861262" sldId="265"/>
            <ac:picMk id="5" creationId="{5E383596-A942-25A3-0422-6D4B88E1B6F6}"/>
          </ac:picMkLst>
        </pc:picChg>
        <pc:picChg chg="add mod">
          <ac:chgData name="Константин Никулин" userId="a9a1c64caca60aa8" providerId="LiveId" clId="{ED2B5532-BBF7-4B2D-A6B5-26618583ACE9}" dt="2026-10-22T11:53:38.135" v="4487" actId="14100"/>
          <ac:picMkLst>
            <pc:docMk/>
            <pc:sldMk cId="3781861262" sldId="265"/>
            <ac:picMk id="7" creationId="{76717BB6-D079-A809-17FF-A1EE6E74181A}"/>
          </ac:picMkLst>
        </pc:picChg>
        <pc:picChg chg="add mod">
          <ac:chgData name="Константин Никулин" userId="a9a1c64caca60aa8" providerId="LiveId" clId="{ED2B5532-BBF7-4B2D-A6B5-26618583ACE9}" dt="2026-10-22T12:01:02.521" v="4824" actId="1076"/>
          <ac:picMkLst>
            <pc:docMk/>
            <pc:sldMk cId="3781861262" sldId="265"/>
            <ac:picMk id="9" creationId="{5FE6B3F7-D348-5B6D-3E35-4AF96AEC8A9C}"/>
          </ac:picMkLst>
        </pc:picChg>
      </pc:sldChg>
      <pc:sldChg chg="addSp modSp new mod">
        <pc:chgData name="Константин Никулин" userId="a9a1c64caca60aa8" providerId="LiveId" clId="{ED2B5532-BBF7-4B2D-A6B5-26618583ACE9}" dt="2026-10-22T11:57:03.428" v="4697" actId="5793"/>
        <pc:sldMkLst>
          <pc:docMk/>
          <pc:sldMk cId="3928066774" sldId="266"/>
        </pc:sldMkLst>
        <pc:spChg chg="mod">
          <ac:chgData name="Константин Никулин" userId="a9a1c64caca60aa8" providerId="LiveId" clId="{ED2B5532-BBF7-4B2D-A6B5-26618583ACE9}" dt="2026-10-22T11:54:56.448" v="4619" actId="20577"/>
          <ac:spMkLst>
            <pc:docMk/>
            <pc:sldMk cId="3928066774" sldId="266"/>
            <ac:spMk id="2" creationId="{421C6E96-0EB5-659C-3C2E-531C2CBBC588}"/>
          </ac:spMkLst>
        </pc:spChg>
        <pc:spChg chg="mod">
          <ac:chgData name="Константин Никулин" userId="a9a1c64caca60aa8" providerId="LiveId" clId="{ED2B5532-BBF7-4B2D-A6B5-26618583ACE9}" dt="2026-10-22T11:57:03.428" v="4697" actId="5793"/>
          <ac:spMkLst>
            <pc:docMk/>
            <pc:sldMk cId="3928066774" sldId="266"/>
            <ac:spMk id="3" creationId="{ED15D7CE-9179-465F-AA77-4D7714403E6C}"/>
          </ac:spMkLst>
        </pc:spChg>
        <pc:picChg chg="add mod">
          <ac:chgData name="Константин Никулин" userId="a9a1c64caca60aa8" providerId="LiveId" clId="{ED2B5532-BBF7-4B2D-A6B5-26618583ACE9}" dt="2026-10-22T11:56:37.487" v="4690" actId="14100"/>
          <ac:picMkLst>
            <pc:docMk/>
            <pc:sldMk cId="3928066774" sldId="266"/>
            <ac:picMk id="5" creationId="{43F90D82-617C-4200-8B47-88FADC4F0406}"/>
          </ac:picMkLst>
        </pc:picChg>
        <pc:picChg chg="add mod">
          <ac:chgData name="Константин Никулин" userId="a9a1c64caca60aa8" providerId="LiveId" clId="{ED2B5532-BBF7-4B2D-A6B5-26618583ACE9}" dt="2026-10-22T11:56:43.547" v="4693" actId="14100"/>
          <ac:picMkLst>
            <pc:docMk/>
            <pc:sldMk cId="3928066774" sldId="266"/>
            <ac:picMk id="7" creationId="{94D109DB-2F0D-E00D-B1A3-8CA6707159AD}"/>
          </ac:picMkLst>
        </pc:picChg>
        <pc:picChg chg="add mod">
          <ac:chgData name="Константин Никулин" userId="a9a1c64caca60aa8" providerId="LiveId" clId="{ED2B5532-BBF7-4B2D-A6B5-26618583ACE9}" dt="2026-10-22T11:56:34.937" v="4689" actId="14100"/>
          <ac:picMkLst>
            <pc:docMk/>
            <pc:sldMk cId="3928066774" sldId="266"/>
            <ac:picMk id="9" creationId="{A48C724D-7C2D-3019-BDA2-1165021405C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2BDB0D-0B6A-D450-5F77-7A4AD8F7F6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AF315FD-4586-B00B-D85B-2D593504AA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C1E440B-69F2-610A-0741-15B8819B0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C5D9C-9272-450F-A1FF-E53B02357AE6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76BB88E-FBCB-A397-CC1F-47DB0BEF4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01AD90-8E09-2B1D-FF4B-3FD58C852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0BF1C-33C2-44BA-94B6-E4147D3A5C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3417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F51587-C256-362A-5BB0-A9DF7C7EE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E5FB13-38C7-A2FD-2C8F-0515F2E56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A5C0C8D-A9AD-CA9E-DC1B-EC170CDBF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C5D9C-9272-450F-A1FF-E53B02357AE6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76DFA67-EB85-32B7-2126-9EBD56E00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E250A65-38A2-6BCA-387A-8CE9F1BDD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0BF1C-33C2-44BA-94B6-E4147D3A5C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6495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A6DC17-454E-ED05-69BC-6BF4094F6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CB85C47-E4A2-2E23-A3F7-50CB8FA7D4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A982046-6B90-293C-DE2D-DE64B8864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C5D9C-9272-450F-A1FF-E53B02357AE6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5EE5DFD-F372-7124-DB2A-0E0843EDD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2BBA903-84EF-9697-52B5-36856EAA9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0BF1C-33C2-44BA-94B6-E4147D3A5C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5784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4C5302-2965-4BFC-C8FE-EC750B7FA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B44E59-DB97-DEB6-E7B6-1DA4E6CCCC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1BAB286-4FEB-6359-2F94-B33796EFF3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FD17309-4A18-C8F8-5652-9D57E8DA4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C5D9C-9272-450F-A1FF-E53B02357AE6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247C951-F3CE-918C-984B-E1FA7D9BF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BE578F3-867E-F747-B9C6-82A8F7D0F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0BF1C-33C2-44BA-94B6-E4147D3A5C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8575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B2A7D7-1B08-C19E-36C2-04F20D64C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6AB549B-C3A4-A0B0-83EE-CE1EC80CC2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A623DD9-F691-E79C-ED2D-BC1121005B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5138822-092B-5002-4433-320A276D2B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68238A1-EE70-C924-3DA9-5FE01ABFCC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67F2075-6E58-7A21-B6FE-EB74F023D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C5D9C-9272-450F-A1FF-E53B02357AE6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31B2B23-17D7-F63B-152A-180CAA35B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DDFD785-58BE-E392-6C3B-CE4DE4B7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0BF1C-33C2-44BA-94B6-E4147D3A5C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9513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166399-3BDE-702C-4B89-55282F1EC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0D69FDB-ABE2-4F7A-1C0A-BDFC75BB4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C5D9C-9272-450F-A1FF-E53B02357AE6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87CC67C-386D-0151-472D-13DF1ADA6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94295CC-1958-9427-7BA5-21E34FD17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0BF1C-33C2-44BA-94B6-E4147D3A5C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9872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CBB2D2D-E791-A447-B08B-86FEFD873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C5D9C-9272-450F-A1FF-E53B02357AE6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44C1C0B-7909-25BB-DE44-67B90E7BC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EA3006A-A00D-866B-BC87-A61ADCE63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0BF1C-33C2-44BA-94B6-E4147D3A5C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1478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02C5DA-8B70-09A9-36C2-1C2591D90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E27F71-6A23-533D-9B16-DA71D6600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EA5393E-F916-3F6B-D32F-719A2A3E4C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D2F7A03-8FB9-8410-C725-1CC16200A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C5D9C-9272-450F-A1FF-E53B02357AE6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7670412-813E-DF62-2947-895158EE4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392670D-3C94-DF0A-A2FC-3CFC40DCE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0BF1C-33C2-44BA-94B6-E4147D3A5C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9952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B1958A-492D-02DD-0533-23E14F866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E3838AE-C178-48DD-4345-4BD79B55AE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38BFB3F-CC84-D427-5C11-BF45813598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AB148B5-EF5C-B5A7-A9E5-0B31A76FB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C5D9C-9272-450F-A1FF-E53B02357AE6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B87CC3E-0C0D-98C0-FBF5-4CD731CBF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6C53A26-B558-49D7-DFBA-333946C5E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0BF1C-33C2-44BA-94B6-E4147D3A5C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5560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AAB570-AFE6-F614-6EE9-929FC314A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34109C5-11F6-B124-E661-8628F2C75F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1763A7B-AB4E-CE94-B332-F852C4115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C5D9C-9272-450F-A1FF-E53B02357AE6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2647482-3550-5E76-7B36-B6FDC5115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BC18ACF-D055-C713-1C86-4E581D314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0BF1C-33C2-44BA-94B6-E4147D3A5C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126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790655F-5192-BF0B-4596-BF7910412C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0CEB912-C219-912F-5C19-BD4D23A615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2B21793-BF79-B6A8-6D6E-A721FAC6A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C5D9C-9272-450F-A1FF-E53B02357AE6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A7F75D3-0B2A-A8B3-1A22-715172D76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77F4B65-160F-7FC1-5536-75DFAD538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0BF1C-33C2-44BA-94B6-E4147D3A5C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6895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FC595F-CACA-F67B-4798-8C99DD8C4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1C6E494-F3C4-8CC8-0209-084C18DE49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031E401-8A9B-1F2F-149F-54E1BE39C2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C5D9C-9272-450F-A1FF-E53B02357AE6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9B529D-7577-ABF1-0166-D8CD3A8A56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71D80BE-E802-7A7E-88D2-2D9C453D63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20BF1C-33C2-44BA-94B6-E4147D3A5C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479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B3734C-DA8F-3AF7-9225-5693502CF3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Методы расчета Гессиана, ММО и колебательных уровней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06CDACB-3ABB-5BC5-2B24-2AF81C74EC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От К. Никулина</a:t>
            </a:r>
          </a:p>
        </p:txBody>
      </p:sp>
    </p:spTree>
    <p:extLst>
      <p:ext uri="{BB962C8B-B14F-4D97-AF65-F5344CB8AC3E}">
        <p14:creationId xmlns:p14="http://schemas.microsoft.com/office/powerpoint/2010/main" val="2773657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82BFC1-A42A-4296-F8B7-46F6F1A06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Гессиан, теоретическая основа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E3F49B6-24DB-4509-28A8-15840F612B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ru-RU" dirty="0"/>
                  <a:t>Это двойная производная полной энергии частицы (включая </a:t>
                </a:r>
                <a:r>
                  <a:rPr lang="ru-RU" dirty="0" err="1"/>
                  <a:t>межядерные</a:t>
                </a:r>
                <a:r>
                  <a:rPr lang="ru-RU" dirty="0"/>
                  <a:t> и </a:t>
                </a:r>
                <a:r>
                  <a:rPr lang="ru-RU" dirty="0" err="1"/>
                  <a:t>межэлектронные</a:t>
                </a:r>
                <a:r>
                  <a:rPr lang="ru-RU" dirty="0"/>
                  <a:t> взаимодействия) по координатам 2 атомов. То есть размерность Нм/м**2 = Н/м, что по сути и по </a:t>
                </a:r>
                <a:r>
                  <a:rPr lang="ru-RU" dirty="0" err="1"/>
                  <a:t>разметности</a:t>
                </a:r>
                <a:r>
                  <a:rPr lang="ru-RU" dirty="0"/>
                  <a:t> есть «жесткость связи» из которой можно рассчитать колебательные энергии. Итог – матрица 3</a:t>
                </a:r>
                <a:r>
                  <a:rPr lang="en-US" dirty="0"/>
                  <a:t>N*3N</a:t>
                </a:r>
                <a:r>
                  <a:rPr lang="ru-RU" dirty="0"/>
                  <a:t>, </a:t>
                </a:r>
                <a:r>
                  <a:rPr lang="en-US" dirty="0"/>
                  <a:t>n –</a:t>
                </a:r>
                <a:r>
                  <a:rPr lang="ru-RU" dirty="0"/>
                  <a:t> число атомов</a:t>
                </a:r>
              </a:p>
              <a:p>
                <a:r>
                  <a:rPr lang="ru-RU" dirty="0"/>
                  <a:t>Для этого необходимо найти собственные значения и вектора: для этого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𝑛𝑣</m:t>
                    </m:r>
                  </m:oMath>
                </a14:m>
                <a:r>
                  <a:rPr lang="ru-RU" dirty="0"/>
                  <a:t>, то есть изменение молекулы, которое все возникающие силы переносит вдоль изменения (это и есть полные переносы молекулы или ее повороты). Считается это мерзко: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𝑛𝐼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ru-RU" dirty="0"/>
                  <a:t>, делается через определитель = 0 находим все н – собственные значения</a:t>
                </a:r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E3F49B6-24DB-4509-28A8-15840F612B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b="-33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0145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1D4D99-70E2-CA9E-9CCB-B08D5F89A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Гессиан, собственные вектора и диагонализация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3CEC5C6-8CA1-6738-7CCB-E2A788AFE2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ru-RU" dirty="0"/>
                  <a:t>Зная собственные значения, мы </a:t>
                </a:r>
                <a:r>
                  <a:rPr lang="ru-RU" dirty="0" err="1"/>
                  <a:t>возвращаеся</a:t>
                </a:r>
                <a:r>
                  <a:rPr lang="ru-RU" dirty="0"/>
                  <a:t> к исходному уравнению, зная параметр </a:t>
                </a:r>
                <a:r>
                  <a:rPr lang="en-US" dirty="0"/>
                  <a:t>n: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𝑛𝐼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, </a:t>
                </a:r>
                <a:r>
                  <a:rPr lang="ru-RU" dirty="0"/>
                  <a:t>решаем, находим </a:t>
                </a:r>
                <a:r>
                  <a:rPr lang="en-US" dirty="0"/>
                  <a:t>v</a:t>
                </a:r>
                <a:r>
                  <a:rPr lang="ru-RU" dirty="0"/>
                  <a:t> и для красоты нормализуем его. Составляем матрицу </a:t>
                </a:r>
                <a:r>
                  <a:rPr lang="en-US" dirty="0"/>
                  <a:t>U – </a:t>
                </a:r>
                <a:r>
                  <a:rPr lang="ru-RU" dirty="0"/>
                  <a:t>строка собственных векторов, ее </a:t>
                </a:r>
                <a:r>
                  <a:rPr lang="ru-RU" dirty="0" err="1"/>
                  <a:t>транпонирование</a:t>
                </a:r>
                <a:r>
                  <a:rPr lang="ru-RU" dirty="0"/>
                  <a:t> будет обратной к ней (</a:t>
                </a:r>
                <a:r>
                  <a:rPr lang="ru-RU" dirty="0" err="1"/>
                  <a:t>тк</a:t>
                </a:r>
                <a:r>
                  <a:rPr lang="ru-RU" dirty="0"/>
                  <a:t> вектора </a:t>
                </a:r>
                <a:r>
                  <a:rPr lang="ru-RU" dirty="0" err="1"/>
                  <a:t>нормализированны</a:t>
                </a:r>
                <a:r>
                  <a:rPr lang="ru-RU" dirty="0"/>
                  <a:t>) (</a:t>
                </a:r>
                <a:r>
                  <a:rPr lang="ru-RU" dirty="0" err="1"/>
                  <a:t>трешня</a:t>
                </a:r>
                <a:r>
                  <a:rPr lang="ru-RU" dirty="0"/>
                  <a:t>, матрица из векторов). Потом не понял, но почему-то </a:t>
                </a:r>
                <a:r>
                  <a:rPr lang="en-US" dirty="0"/>
                  <a:t>U</a:t>
                </a:r>
                <a:r>
                  <a:rPr lang="en-US" sz="3200" baseline="30000" dirty="0"/>
                  <a:t>T</a:t>
                </a:r>
                <a:r>
                  <a:rPr lang="en-US" sz="3200" dirty="0"/>
                  <a:t> (HU) </a:t>
                </a:r>
                <a:r>
                  <a:rPr lang="ru-RU" sz="3200" dirty="0" err="1"/>
                  <a:t>сьедает</a:t>
                </a:r>
                <a:r>
                  <a:rPr lang="ru-RU" sz="3200" dirty="0"/>
                  <a:t> все элементы за пределами диагоналей, оставляя чистые колебательные моды частицы с наибольшей эффективностью (то есть если связь колеблется, то в </a:t>
                </a:r>
                <a:r>
                  <a:rPr lang="ru-RU" sz="3200" dirty="0" err="1"/>
                  <a:t>диагонать</a:t>
                </a:r>
                <a:r>
                  <a:rPr lang="ru-RU" sz="3200" dirty="0"/>
                  <a:t> пойдет движение атомов друг на друга)</a:t>
                </a:r>
                <a:endParaRPr lang="ru-RU" dirty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3CEC5C6-8CA1-6738-7CCB-E2A788AFE2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r="-928" b="-14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49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6ABCA2-CF23-DD59-1C89-B09CA9C35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Масс-взвешенный гессиан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F9AF829-A304-57E2-101A-886BB4D450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/>
                  <a:t>Все просто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rad>
                      </m:den>
                    </m:f>
                  </m:oMath>
                </a14:m>
                <a:r>
                  <a:rPr lang="en-US" dirty="0"/>
                  <a:t>, </a:t>
                </a:r>
                <a:r>
                  <a:rPr lang="ru-RU" dirty="0"/>
                  <a:t>для него делаем те же операции по диагонализации и находим истинные колебательные моды. Частоты – корень из его собственных значений. </a:t>
                </a:r>
                <a:r>
                  <a:rPr lang="ru-RU" dirty="0" err="1"/>
                  <a:t>Энегрия</a:t>
                </a:r>
                <a:r>
                  <a:rPr lang="ru-RU" dirty="0"/>
                  <a:t> легко считается из частоты </a:t>
                </a:r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F9AF829-A304-57E2-101A-886BB4D450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r="-150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1424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1171BF-F209-3B03-834F-DD5968D94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Методы расчета колебательных мод </a:t>
            </a:r>
            <a:r>
              <a:rPr lang="en-US" dirty="0"/>
              <a:t>ORCA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5C40C1-7577-6651-6604-858178FCED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AnFreq</a:t>
            </a:r>
            <a:r>
              <a:rPr lang="en-US" dirty="0"/>
              <a:t> </a:t>
            </a:r>
            <a:r>
              <a:rPr lang="ru-RU" dirty="0"/>
              <a:t>– обычный, быстрый, работает</a:t>
            </a:r>
            <a:r>
              <a:rPr lang="en-US" dirty="0"/>
              <a:t> </a:t>
            </a:r>
            <a:r>
              <a:rPr lang="ru-RU" dirty="0"/>
              <a:t>только с функцией энергии от </a:t>
            </a:r>
            <a:r>
              <a:rPr lang="en-US" dirty="0"/>
              <a:t>Hartree-Rock </a:t>
            </a:r>
            <a:r>
              <a:rPr lang="ru-RU" dirty="0"/>
              <a:t>и </a:t>
            </a:r>
            <a:r>
              <a:rPr lang="en-US" dirty="0"/>
              <a:t>DFT</a:t>
            </a:r>
            <a:r>
              <a:rPr lang="ru-RU" dirty="0"/>
              <a:t>, считает гессиан аналитически</a:t>
            </a:r>
          </a:p>
          <a:p>
            <a:r>
              <a:rPr lang="en-US" dirty="0" err="1"/>
              <a:t>NumFreq</a:t>
            </a:r>
            <a:r>
              <a:rPr lang="en-US" dirty="0"/>
              <a:t> – </a:t>
            </a:r>
            <a:r>
              <a:rPr lang="ru-RU" dirty="0"/>
              <a:t>численные методы </a:t>
            </a:r>
            <a:r>
              <a:rPr lang="ru-RU" dirty="0" err="1"/>
              <a:t>рассчета</a:t>
            </a:r>
            <a:r>
              <a:rPr lang="ru-RU" dirty="0"/>
              <a:t> гессиана, работает с любым исходным методом, медленнее и чуть менее точный</a:t>
            </a:r>
          </a:p>
          <a:p>
            <a:r>
              <a:rPr lang="en-US" dirty="0"/>
              <a:t>Hybrid Hess Partial Hess – </a:t>
            </a:r>
            <a:r>
              <a:rPr lang="ru-RU" dirty="0"/>
              <a:t>приближенные не подходят, нужны моды всей молекулы </a:t>
            </a:r>
          </a:p>
          <a:p>
            <a:pPr marL="0" indent="0">
              <a:buNone/>
            </a:pPr>
            <a:r>
              <a:rPr lang="ru-RU" dirty="0"/>
              <a:t>Не гармонические подходы:</a:t>
            </a:r>
          </a:p>
          <a:p>
            <a:r>
              <a:rPr lang="en-US" dirty="0"/>
              <a:t>VPT2 – </a:t>
            </a:r>
            <a:r>
              <a:rPr lang="ru-RU" dirty="0"/>
              <a:t>наиболее точный, работает с резонансами и обертонами, может сломаться от особых резонансов. Не знаю, насколько он вообще необходим</a:t>
            </a:r>
          </a:p>
          <a:p>
            <a:r>
              <a:rPr lang="en-US" dirty="0"/>
              <a:t>NEARIR</a:t>
            </a:r>
            <a:r>
              <a:rPr lang="ru-RU" dirty="0"/>
              <a:t> – упрощенный метод, как видно из названия нужен для приближенного поиска ближних ИК-спектров, тоже под вопросом 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1994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1397CC-8E42-060A-8E8E-8B0498B47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Функция энергии частицы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B5AE49-1412-FA21-AD59-F19E348E9D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DFT – </a:t>
            </a:r>
            <a:r>
              <a:rPr lang="ru-RU" dirty="0"/>
              <a:t>классика, работает с </a:t>
            </a:r>
            <a:r>
              <a:rPr lang="en-US" dirty="0"/>
              <a:t>Freq</a:t>
            </a:r>
            <a:r>
              <a:rPr lang="ru-RU" dirty="0"/>
              <a:t>, но для больших молекул может оказаться очень долгим</a:t>
            </a:r>
          </a:p>
          <a:p>
            <a:r>
              <a:rPr lang="en-US" dirty="0"/>
              <a:t>DF-DFT – </a:t>
            </a:r>
            <a:r>
              <a:rPr lang="ru-RU" dirty="0"/>
              <a:t>быстрее, тоже работает с </a:t>
            </a:r>
            <a:r>
              <a:rPr lang="en-US" dirty="0"/>
              <a:t>Freq</a:t>
            </a:r>
            <a:endParaRPr lang="ru-RU" dirty="0"/>
          </a:p>
          <a:p>
            <a:r>
              <a:rPr lang="ru-RU" dirty="0"/>
              <a:t>Остальные страшные и сложные, надеюсь этих двух мне хватит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45657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ACF8A1-13E6-6DCD-6AC8-FDA2E2E0B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Оптимизация геометрии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F3DAEE-52F9-034C-9AFE-752C8C23D1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методе перед расчетом </a:t>
            </a:r>
            <a:r>
              <a:rPr lang="ru-RU" dirty="0" err="1"/>
              <a:t>дописывем</a:t>
            </a:r>
            <a:r>
              <a:rPr lang="ru-RU" dirty="0"/>
              <a:t> </a:t>
            </a:r>
            <a:r>
              <a:rPr lang="en-US" dirty="0"/>
              <a:t>opt</a:t>
            </a:r>
            <a:r>
              <a:rPr lang="ru-RU" dirty="0"/>
              <a:t>, тогда при расчетах он сам будет выбирать вариант в минимуме энергии </a:t>
            </a:r>
          </a:p>
          <a:p>
            <a:r>
              <a:rPr lang="en-US" dirty="0" err="1"/>
              <a:t>anOpt</a:t>
            </a:r>
            <a:r>
              <a:rPr lang="en-US" dirty="0"/>
              <a:t> – </a:t>
            </a:r>
            <a:r>
              <a:rPr lang="ru-RU" dirty="0"/>
              <a:t>для численного приближения (вроде у </a:t>
            </a:r>
            <a:r>
              <a:rPr lang="en-US" dirty="0"/>
              <a:t>DFT </a:t>
            </a:r>
            <a:r>
              <a:rPr lang="ru-RU" dirty="0"/>
              <a:t>аналитическое)</a:t>
            </a:r>
          </a:p>
        </p:txBody>
      </p:sp>
    </p:spTree>
    <p:extLst>
      <p:ext uri="{BB962C8B-B14F-4D97-AF65-F5344CB8AC3E}">
        <p14:creationId xmlns:p14="http://schemas.microsoft.com/office/powerpoint/2010/main" val="585785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E19EBE-5B55-EB5D-FDA0-44B64251E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Расчеты для возбужденного состояния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14DA37-D254-5C4D-884B-A89953F68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Используется </a:t>
            </a:r>
            <a:r>
              <a:rPr lang="en-US" dirty="0"/>
              <a:t>EDS </a:t>
            </a:r>
            <a:r>
              <a:rPr lang="ru-RU" dirty="0"/>
              <a:t>(не смотрел, пока разбираюсь с основным состоянием)</a:t>
            </a:r>
          </a:p>
        </p:txBody>
      </p:sp>
    </p:spTree>
    <p:extLst>
      <p:ext uri="{BB962C8B-B14F-4D97-AF65-F5344CB8AC3E}">
        <p14:creationId xmlns:p14="http://schemas.microsoft.com/office/powerpoint/2010/main" val="4120372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293DB7-A6B5-3364-EAA7-D6F24ECF0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Эксперименты с </a:t>
            </a:r>
            <a:r>
              <a:rPr lang="en-US" dirty="0"/>
              <a:t>ORCA</a:t>
            </a:r>
            <a:r>
              <a:rPr lang="ru-RU" dirty="0"/>
              <a:t>, </a:t>
            </a:r>
            <a:r>
              <a:rPr lang="en-US" dirty="0"/>
              <a:t>CH2O2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569470-381E-B755-54D7-C6A5BAACD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1021" y="1323054"/>
            <a:ext cx="10515600" cy="1603375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Муравьиная кислота как относительно простая органическая молекула. Использовал </a:t>
            </a:r>
            <a:r>
              <a:rPr lang="en-US" dirty="0"/>
              <a:t>! B3LYP def2-SVP </a:t>
            </a:r>
            <a:r>
              <a:rPr lang="en-US" dirty="0" err="1"/>
              <a:t>Opt</a:t>
            </a:r>
            <a:r>
              <a:rPr lang="en-US" dirty="0"/>
              <a:t> Freq</a:t>
            </a:r>
            <a:r>
              <a:rPr lang="ru-RU" dirty="0"/>
              <a:t> </a:t>
            </a:r>
            <a:r>
              <a:rPr lang="en-US" dirty="0"/>
              <a:t>(</a:t>
            </a:r>
            <a:r>
              <a:rPr lang="ru-RU" dirty="0"/>
              <a:t>это заняло 2 минуты, мне страшно). </a:t>
            </a:r>
            <a:r>
              <a:rPr lang="ru-RU" dirty="0" err="1"/>
              <a:t>Навайбкодил</a:t>
            </a:r>
            <a:r>
              <a:rPr lang="ru-RU" dirty="0"/>
              <a:t> прогу, которая читает спектр и рисует только пики (уширение чисто косметическое). Попал в множество пиков, но смущает пик 4(</a:t>
            </a:r>
            <a:r>
              <a:rPr lang="ru-RU" dirty="0" err="1"/>
              <a:t>поч</a:t>
            </a:r>
            <a:r>
              <a:rPr lang="ru-RU" dirty="0"/>
              <a:t> такой мелкий) и 1(откуда он тут вообще). Возможно это все межмолекулярные взаимодействия </a:t>
            </a:r>
          </a:p>
        </p:txBody>
      </p:sp>
      <p:pic>
        <p:nvPicPr>
          <p:cNvPr id="1026" name="Picture 2" descr=" No Image">
            <a:extLst>
              <a:ext uri="{FF2B5EF4-FFF2-40B4-BE49-F238E27FC236}">
                <a16:creationId xmlns:a16="http://schemas.microsoft.com/office/drawing/2014/main" id="{8BFF8B36-8480-7E5D-062F-588C5078C0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4598" y="2910427"/>
            <a:ext cx="3949326" cy="3054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6CDFCFB-0451-B0FF-AC6F-E31EAA8C8C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0879" y="2926429"/>
            <a:ext cx="5797017" cy="3425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154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D23E93-8CAD-73FE-CA9E-3CCBC517B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Бута-1,3-диен, ИК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3B924B5-FB15-F6C7-7658-A0F333336C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4942" y="1423951"/>
            <a:ext cx="4666814" cy="2589249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Авогадро нарисовал фигню (терминальные водороды торчали вверх). Метод расчета тот же (считал 10 минут). Выцепил молекулярные </a:t>
            </a:r>
            <a:r>
              <a:rPr lang="ru-RU" dirty="0" err="1"/>
              <a:t>орбитали</a:t>
            </a:r>
            <a:r>
              <a:rPr lang="ru-RU" dirty="0"/>
              <a:t> (</a:t>
            </a:r>
            <a:r>
              <a:rPr lang="en-US" dirty="0"/>
              <a:t>orca_2mkl … -</a:t>
            </a:r>
            <a:r>
              <a:rPr lang="en-US" dirty="0" err="1"/>
              <a:t>molden</a:t>
            </a:r>
            <a:r>
              <a:rPr lang="en-US" dirty="0"/>
              <a:t>) </a:t>
            </a:r>
            <a:r>
              <a:rPr lang="ru-RU" dirty="0"/>
              <a:t>и отрисовал их в </a:t>
            </a:r>
            <a:r>
              <a:rPr lang="en-US" dirty="0"/>
              <a:t>Avogadro. </a:t>
            </a:r>
            <a:r>
              <a:rPr lang="ru-RU" dirty="0"/>
              <a:t>Для молекул со слабыми межмолекулярными взаимодействиями спектр построен достаточно точно. Хотя смущают слипшиеся 3, 4, 6 пики (наверно они </a:t>
            </a:r>
            <a:r>
              <a:rPr lang="ru-RU" dirty="0" err="1"/>
              <a:t>рассредоточенее</a:t>
            </a:r>
            <a:r>
              <a:rPr lang="ru-RU" dirty="0"/>
              <a:t>). Полное отсутствие пиков 2400 и 1850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E383596-A942-25A3-0422-6D4B88E1B6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750" y="1249447"/>
            <a:ext cx="6585192" cy="336443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6717BB6-D079-A809-17FF-A1EE6E7418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749" y="4301517"/>
            <a:ext cx="6585191" cy="199524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FE6B3F7-D348-5B6D-3E35-4AF96AEC8A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0056" y="4033310"/>
            <a:ext cx="4898571" cy="2080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8612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1C6E96-0EB5-659C-3C2E-531C2CBBC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Бутадиен, МО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15D7CE-9179-465F-AA77-4D7714403E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4286" y="1690688"/>
            <a:ext cx="4692186" cy="1400754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Вот некоторые молекулярные </a:t>
            </a:r>
            <a:r>
              <a:rPr lang="ru-RU" dirty="0" err="1"/>
              <a:t>орбитали</a:t>
            </a:r>
            <a:r>
              <a:rPr lang="ru-RU" dirty="0"/>
              <a:t>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3F90D82-617C-4200-8B47-88FADC4F04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1312" y="3383960"/>
            <a:ext cx="4698792" cy="279912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4D109DB-2F0D-E00D-B1A3-8CA6707159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4430" y="289933"/>
            <a:ext cx="4715674" cy="280150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48C724D-7C2D-3019-BDA2-1165021405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286" y="3408473"/>
            <a:ext cx="4692186" cy="2774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06677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605</Words>
  <Application>Microsoft Office PowerPoint</Application>
  <PresentationFormat>Широкоэкранный</PresentationFormat>
  <Paragraphs>31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Cambria Math</vt:lpstr>
      <vt:lpstr>Тема Office</vt:lpstr>
      <vt:lpstr>Методы расчета Гессиана, ММО и колебательных уровней</vt:lpstr>
      <vt:lpstr>Гессиан, теоретическая основа</vt:lpstr>
      <vt:lpstr>Гессиан, собственные вектора и диагонализация</vt:lpstr>
      <vt:lpstr>Масс-взвешенный гессиан</vt:lpstr>
      <vt:lpstr>Методы расчета колебательных мод ORCA</vt:lpstr>
      <vt:lpstr>Функция энергии частицы</vt:lpstr>
      <vt:lpstr>Оптимизация геометрии</vt:lpstr>
      <vt:lpstr>Расчеты для возбужденного состояния </vt:lpstr>
      <vt:lpstr>Эксперименты с ORCA, CH2O2</vt:lpstr>
      <vt:lpstr>Бута-1,3-диен, ИК</vt:lpstr>
      <vt:lpstr>Бутадиен, МО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Константин Никулин</dc:creator>
  <cp:lastModifiedBy>Константин Никулин</cp:lastModifiedBy>
  <cp:revision>1</cp:revision>
  <dcterms:created xsi:type="dcterms:W3CDTF">2026-10-22T07:58:17Z</dcterms:created>
  <dcterms:modified xsi:type="dcterms:W3CDTF">2026-10-22T12:01:57Z</dcterms:modified>
</cp:coreProperties>
</file>