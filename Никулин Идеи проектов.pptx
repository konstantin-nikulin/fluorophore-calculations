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онстантин Никулин" userId="a9a1c64caca60aa8" providerId="LiveId" clId="{958A9DB4-9253-478C-BC53-F6FEDB205D65}"/>
    <pc:docChg chg="undo custSel addSld delSld modSld sldOrd">
      <pc:chgData name="Константин Никулин" userId="a9a1c64caca60aa8" providerId="LiveId" clId="{958A9DB4-9253-478C-BC53-F6FEDB205D65}" dt="2026-10-08T15:47:41.911" v="5299"/>
      <pc:docMkLst>
        <pc:docMk/>
      </pc:docMkLst>
      <pc:sldChg chg="modSp new mod ord">
        <pc:chgData name="Константин Никулин" userId="a9a1c64caca60aa8" providerId="LiveId" clId="{958A9DB4-9253-478C-BC53-F6FEDB205D65}" dt="2026-10-08T15:47:41.911" v="5299"/>
        <pc:sldMkLst>
          <pc:docMk/>
          <pc:sldMk cId="339652448" sldId="256"/>
        </pc:sldMkLst>
        <pc:spChg chg="mod">
          <ac:chgData name="Константин Никулин" userId="a9a1c64caca60aa8" providerId="LiveId" clId="{958A9DB4-9253-478C-BC53-F6FEDB205D65}" dt="2026-10-05T13:04:04.090" v="1244" actId="20577"/>
          <ac:spMkLst>
            <pc:docMk/>
            <pc:sldMk cId="339652448" sldId="256"/>
            <ac:spMk id="2" creationId="{123A777E-5995-2CDA-8EFF-3B0B5A591BFB}"/>
          </ac:spMkLst>
        </pc:spChg>
        <pc:spChg chg="mod">
          <ac:chgData name="Константин Никулин" userId="a9a1c64caca60aa8" providerId="LiveId" clId="{958A9DB4-9253-478C-BC53-F6FEDB205D65}" dt="2026-10-05T12:50:16.936" v="51" actId="20577"/>
          <ac:spMkLst>
            <pc:docMk/>
            <pc:sldMk cId="339652448" sldId="256"/>
            <ac:spMk id="3" creationId="{E4F76F07-9411-5CC0-B147-1FB62AF5F416}"/>
          </ac:spMkLst>
        </pc:spChg>
      </pc:sldChg>
      <pc:sldChg chg="modSp new del mod">
        <pc:chgData name="Константин Никулин" userId="a9a1c64caca60aa8" providerId="LiveId" clId="{958A9DB4-9253-478C-BC53-F6FEDB205D65}" dt="2026-10-05T13:03:32.693" v="1212" actId="2696"/>
        <pc:sldMkLst>
          <pc:docMk/>
          <pc:sldMk cId="1318059837" sldId="257"/>
        </pc:sldMkLst>
        <pc:spChg chg="mod">
          <ac:chgData name="Константин Никулин" userId="a9a1c64caca60aa8" providerId="LiveId" clId="{958A9DB4-9253-478C-BC53-F6FEDB205D65}" dt="2026-10-05T12:52:22.992" v="98" actId="20577"/>
          <ac:spMkLst>
            <pc:docMk/>
            <pc:sldMk cId="1318059837" sldId="257"/>
            <ac:spMk id="2" creationId="{A326D5EA-C812-D958-EB94-6CC5B0144495}"/>
          </ac:spMkLst>
        </pc:spChg>
        <pc:spChg chg="mod">
          <ac:chgData name="Константин Никулин" userId="a9a1c64caca60aa8" providerId="LiveId" clId="{958A9DB4-9253-478C-BC53-F6FEDB205D65}" dt="2026-10-05T12:52:57.399" v="190" actId="20577"/>
          <ac:spMkLst>
            <pc:docMk/>
            <pc:sldMk cId="1318059837" sldId="257"/>
            <ac:spMk id="3" creationId="{795DB315-886A-EBEC-664D-21FB6A068087}"/>
          </ac:spMkLst>
        </pc:spChg>
      </pc:sldChg>
      <pc:sldChg chg="modSp new mod">
        <pc:chgData name="Константин Никулин" userId="a9a1c64caca60aa8" providerId="LiveId" clId="{958A9DB4-9253-478C-BC53-F6FEDB205D65}" dt="2026-10-07T17:44:53.007" v="4961" actId="2"/>
        <pc:sldMkLst>
          <pc:docMk/>
          <pc:sldMk cId="1673971400" sldId="258"/>
        </pc:sldMkLst>
        <pc:spChg chg="mod">
          <ac:chgData name="Константин Никулин" userId="a9a1c64caca60aa8" providerId="LiveId" clId="{958A9DB4-9253-478C-BC53-F6FEDB205D65}" dt="2026-10-07T17:44:48.268" v="4957" actId="2"/>
          <ac:spMkLst>
            <pc:docMk/>
            <pc:sldMk cId="1673971400" sldId="258"/>
            <ac:spMk id="2" creationId="{457AB238-66D5-5EE3-FB78-EC464F6E06F8}"/>
          </ac:spMkLst>
        </pc:spChg>
        <pc:spChg chg="mod">
          <ac:chgData name="Константин Никулин" userId="a9a1c64caca60aa8" providerId="LiveId" clId="{958A9DB4-9253-478C-BC53-F6FEDB205D65}" dt="2026-10-07T17:44:53.007" v="4961" actId="2"/>
          <ac:spMkLst>
            <pc:docMk/>
            <pc:sldMk cId="1673971400" sldId="258"/>
            <ac:spMk id="3" creationId="{10A339EB-D25C-6610-19B8-A3267C0E19D5}"/>
          </ac:spMkLst>
        </pc:spChg>
      </pc:sldChg>
      <pc:sldChg chg="modSp new mod">
        <pc:chgData name="Константин Никулин" userId="a9a1c64caca60aa8" providerId="LiveId" clId="{958A9DB4-9253-478C-BC53-F6FEDB205D65}" dt="2026-10-07T17:44:08.568" v="4950" actId="2"/>
        <pc:sldMkLst>
          <pc:docMk/>
          <pc:sldMk cId="3230659997" sldId="259"/>
        </pc:sldMkLst>
        <pc:spChg chg="mod">
          <ac:chgData name="Константин Никулин" userId="a9a1c64caca60aa8" providerId="LiveId" clId="{958A9DB4-9253-478C-BC53-F6FEDB205D65}" dt="2026-10-05T13:18:20.580" v="1766" actId="20577"/>
          <ac:spMkLst>
            <pc:docMk/>
            <pc:sldMk cId="3230659997" sldId="259"/>
            <ac:spMk id="2" creationId="{1E520576-4C54-46F2-E80B-B95BEA92BC42}"/>
          </ac:spMkLst>
        </pc:spChg>
        <pc:spChg chg="mod">
          <ac:chgData name="Константин Никулин" userId="a9a1c64caca60aa8" providerId="LiveId" clId="{958A9DB4-9253-478C-BC53-F6FEDB205D65}" dt="2026-10-07T17:44:08.568" v="4950" actId="2"/>
          <ac:spMkLst>
            <pc:docMk/>
            <pc:sldMk cId="3230659997" sldId="259"/>
            <ac:spMk id="3" creationId="{EE9A589A-73C5-26D6-FC0C-618AF7FBC2F0}"/>
          </ac:spMkLst>
        </pc:spChg>
      </pc:sldChg>
      <pc:sldChg chg="modSp new mod">
        <pc:chgData name="Константин Никулин" userId="a9a1c64caca60aa8" providerId="LiveId" clId="{958A9DB4-9253-478C-BC53-F6FEDB205D65}" dt="2026-10-07T17:44:12.918" v="4951" actId="2"/>
        <pc:sldMkLst>
          <pc:docMk/>
          <pc:sldMk cId="665737133" sldId="260"/>
        </pc:sldMkLst>
        <pc:spChg chg="mod">
          <ac:chgData name="Константин Никулин" userId="a9a1c64caca60aa8" providerId="LiveId" clId="{958A9DB4-9253-478C-BC53-F6FEDB205D65}" dt="2026-10-05T13:51:19.360" v="2413" actId="313"/>
          <ac:spMkLst>
            <pc:docMk/>
            <pc:sldMk cId="665737133" sldId="260"/>
            <ac:spMk id="2" creationId="{83319448-78FD-5B23-CA2C-DE2A92D3DCD1}"/>
          </ac:spMkLst>
        </pc:spChg>
        <pc:spChg chg="mod">
          <ac:chgData name="Константин Никулин" userId="a9a1c64caca60aa8" providerId="LiveId" clId="{958A9DB4-9253-478C-BC53-F6FEDB205D65}" dt="2026-10-07T17:44:12.918" v="4951" actId="2"/>
          <ac:spMkLst>
            <pc:docMk/>
            <pc:sldMk cId="665737133" sldId="260"/>
            <ac:spMk id="3" creationId="{D6B58B16-D46E-D56F-5C1D-0C144C5B5739}"/>
          </ac:spMkLst>
        </pc:spChg>
      </pc:sldChg>
      <pc:sldChg chg="modSp new mod">
        <pc:chgData name="Константин Никулин" userId="a9a1c64caca60aa8" providerId="LiveId" clId="{958A9DB4-9253-478C-BC53-F6FEDB205D65}" dt="2026-10-07T17:44:32.686" v="4954" actId="20577"/>
        <pc:sldMkLst>
          <pc:docMk/>
          <pc:sldMk cId="623029951" sldId="261"/>
        </pc:sldMkLst>
        <pc:spChg chg="mod">
          <ac:chgData name="Константин Никулин" userId="a9a1c64caca60aa8" providerId="LiveId" clId="{958A9DB4-9253-478C-BC53-F6FEDB205D65}" dt="2026-10-05T14:24:05.926" v="2885" actId="20577"/>
          <ac:spMkLst>
            <pc:docMk/>
            <pc:sldMk cId="623029951" sldId="261"/>
            <ac:spMk id="2" creationId="{3EE2BE54-DA13-DD4F-1296-B376889945A1}"/>
          </ac:spMkLst>
        </pc:spChg>
        <pc:spChg chg="mod">
          <ac:chgData name="Константин Никулин" userId="a9a1c64caca60aa8" providerId="LiveId" clId="{958A9DB4-9253-478C-BC53-F6FEDB205D65}" dt="2026-10-07T17:44:32.686" v="4954" actId="20577"/>
          <ac:spMkLst>
            <pc:docMk/>
            <pc:sldMk cId="623029951" sldId="261"/>
            <ac:spMk id="3" creationId="{CCC17CB1-6590-77EA-0256-F4DD17C2043D}"/>
          </ac:spMkLst>
        </pc:spChg>
      </pc:sldChg>
      <pc:sldChg chg="addSp delSp modSp new mod">
        <pc:chgData name="Константин Никулин" userId="a9a1c64caca60aa8" providerId="LiveId" clId="{958A9DB4-9253-478C-BC53-F6FEDB205D65}" dt="2026-10-07T12:25:06.144" v="3771" actId="14100"/>
        <pc:sldMkLst>
          <pc:docMk/>
          <pc:sldMk cId="4055775781" sldId="262"/>
        </pc:sldMkLst>
        <pc:spChg chg="mod">
          <ac:chgData name="Константин Никулин" userId="a9a1c64caca60aa8" providerId="LiveId" clId="{958A9DB4-9253-478C-BC53-F6FEDB205D65}" dt="2026-10-07T12:20:49.209" v="3726" actId="20577"/>
          <ac:spMkLst>
            <pc:docMk/>
            <pc:sldMk cId="4055775781" sldId="262"/>
            <ac:spMk id="2" creationId="{0094AB88-32BA-B82D-1ACA-A77301D57DD6}"/>
          </ac:spMkLst>
        </pc:spChg>
        <pc:spChg chg="del">
          <ac:chgData name="Константин Никулин" userId="a9a1c64caca60aa8" providerId="LiveId" clId="{958A9DB4-9253-478C-BC53-F6FEDB205D65}" dt="2026-10-07T12:20:58.925" v="3727" actId="478"/>
          <ac:spMkLst>
            <pc:docMk/>
            <pc:sldMk cId="4055775781" sldId="262"/>
            <ac:spMk id="3" creationId="{43A76F5E-6F9A-E3DB-3E51-D1F2D4CBAC3E}"/>
          </ac:spMkLst>
        </pc:spChg>
        <pc:spChg chg="add del mod">
          <ac:chgData name="Константин Никулин" userId="a9a1c64caca60aa8" providerId="LiveId" clId="{958A9DB4-9253-478C-BC53-F6FEDB205D65}" dt="2026-10-07T12:24:36.042" v="3764" actId="478"/>
          <ac:spMkLst>
            <pc:docMk/>
            <pc:sldMk cId="4055775781" sldId="262"/>
            <ac:spMk id="6" creationId="{67F3EC18-F427-DD7A-C179-4FB43E88667D}"/>
          </ac:spMkLst>
        </pc:spChg>
        <pc:picChg chg="add del mod">
          <ac:chgData name="Константин Никулин" userId="a9a1c64caca60aa8" providerId="LiveId" clId="{958A9DB4-9253-478C-BC53-F6FEDB205D65}" dt="2026-10-07T12:24:35.249" v="3763" actId="478"/>
          <ac:picMkLst>
            <pc:docMk/>
            <pc:sldMk cId="4055775781" sldId="262"/>
            <ac:picMk id="5" creationId="{83555A1B-98D1-8987-447E-516BB92C5E03}"/>
          </ac:picMkLst>
        </pc:picChg>
        <pc:picChg chg="add mod">
          <ac:chgData name="Константин Никулин" userId="a9a1c64caca60aa8" providerId="LiveId" clId="{958A9DB4-9253-478C-BC53-F6FEDB205D65}" dt="2026-10-07T12:25:06.144" v="3771" actId="14100"/>
          <ac:picMkLst>
            <pc:docMk/>
            <pc:sldMk cId="4055775781" sldId="262"/>
            <ac:picMk id="8" creationId="{C9F3BFF7-D76D-A419-F27F-A19BC323BFDE}"/>
          </ac:picMkLst>
        </pc:picChg>
      </pc:sldChg>
      <pc:sldChg chg="modSp new mod">
        <pc:chgData name="Константин Никулин" userId="a9a1c64caca60aa8" providerId="LiveId" clId="{958A9DB4-9253-478C-BC53-F6FEDB205D65}" dt="2026-10-07T17:44:40.964" v="4955" actId="2"/>
        <pc:sldMkLst>
          <pc:docMk/>
          <pc:sldMk cId="2487602674" sldId="263"/>
        </pc:sldMkLst>
        <pc:spChg chg="mod">
          <ac:chgData name="Константин Никулин" userId="a9a1c64caca60aa8" providerId="LiveId" clId="{958A9DB4-9253-478C-BC53-F6FEDB205D65}" dt="2026-10-07T12:27:26.741" v="3938" actId="20577"/>
          <ac:spMkLst>
            <pc:docMk/>
            <pc:sldMk cId="2487602674" sldId="263"/>
            <ac:spMk id="2" creationId="{B8935CE2-55B0-86DB-4EE8-AB390BA4404E}"/>
          </ac:spMkLst>
        </pc:spChg>
        <pc:spChg chg="mod">
          <ac:chgData name="Константин Никулин" userId="a9a1c64caca60aa8" providerId="LiveId" clId="{958A9DB4-9253-478C-BC53-F6FEDB205D65}" dt="2026-10-07T17:44:40.964" v="4955" actId="2"/>
          <ac:spMkLst>
            <pc:docMk/>
            <pc:sldMk cId="2487602674" sldId="263"/>
            <ac:spMk id="3" creationId="{8665A1ED-29DB-EEFF-27F8-D41947554296}"/>
          </ac:spMkLst>
        </pc:spChg>
      </pc:sldChg>
      <pc:sldChg chg="modSp new mod">
        <pc:chgData name="Константин Никулин" userId="a9a1c64caca60aa8" providerId="LiveId" clId="{958A9DB4-9253-478C-BC53-F6FEDB205D65}" dt="2026-10-08T07:54:13.064" v="5297" actId="20577"/>
        <pc:sldMkLst>
          <pc:docMk/>
          <pc:sldMk cId="3712077750" sldId="264"/>
        </pc:sldMkLst>
        <pc:spChg chg="mod">
          <ac:chgData name="Константин Никулин" userId="a9a1c64caca60aa8" providerId="LiveId" clId="{958A9DB4-9253-478C-BC53-F6FEDB205D65}" dt="2026-10-07T17:34:01.143" v="4511" actId="20577"/>
          <ac:spMkLst>
            <pc:docMk/>
            <pc:sldMk cId="3712077750" sldId="264"/>
            <ac:spMk id="2" creationId="{6D7FB0AB-6674-F2E6-0B73-D406CAC8F3D8}"/>
          </ac:spMkLst>
        </pc:spChg>
        <pc:spChg chg="mod">
          <ac:chgData name="Константин Никулин" userId="a9a1c64caca60aa8" providerId="LiveId" clId="{958A9DB4-9253-478C-BC53-F6FEDB205D65}" dt="2026-10-08T07:54:13.064" v="5297" actId="20577"/>
          <ac:spMkLst>
            <pc:docMk/>
            <pc:sldMk cId="3712077750" sldId="264"/>
            <ac:spMk id="3" creationId="{8D3F216D-693F-7C19-7CE7-CB2F522BC5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10F98-C71F-469D-80D1-43AEEB127F1C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82B4C-A86E-4F72-85A4-FDB9D2C6E8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69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C0AD5-A001-67D1-15A1-B721600DA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24629F-115F-D976-AFE2-678FB7EA8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D2C2B2-FF45-1B82-6783-631E51A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18D0-4CF6-4900-9498-C10652F18CCC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DA597-9D91-AEB4-A429-82542C95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CD6162-BCC7-9409-51B0-32DAC074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206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72342-6926-C212-2757-8C464716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6D919E-D1AC-A345-2FDE-DF6A7B869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F007D3-F7EC-865A-ADDF-A895F5DE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B144-FCD6-40A0-8D73-033BA249DFD2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EAE5C2-CF9B-1F41-D814-6DF0D7B14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E01290-A83B-25FD-0E71-3C3129FB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259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6CDC4-C7C6-731A-6F77-66E17A0D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DF494B-BF94-1FA5-94F2-7F6978A53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A2EF09-F9FF-67FF-CDFE-DC090B43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C683-D888-46CA-BA05-CDD59CC98A3B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3ABA30-064D-7E2F-64E0-AF303D97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98081F-7121-1796-CDAF-4C041432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268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818D1-8216-2617-D851-9A230C335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1C8573-4387-315B-D66F-A7C4A2BFD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381137-9196-ACD4-B636-EB074E4D1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4619FB-C9FD-E85C-6454-7F7FF8AA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5288F-870C-4DF9-8031-48CF159764B3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3D6BFE-1BEB-298E-C817-AE3783D5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B30732-553B-B645-5A80-F950E722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313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E2CD-4371-614B-79C1-D9267D52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B2BC4B-346B-9342-2A11-362F5556C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EC83A1-D126-28D5-A269-00934881A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C3973B-F917-EFA7-380F-2C37D7092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F90542-A9E9-40C9-E2C5-50F8D2A76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1A14D8-C741-59A5-F597-5081A39A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B2D6-DA86-43D9-A398-74271BBE7679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9BCC68-1F75-9275-B6DF-6AA8E7C1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706549-FF01-D571-D837-9F504FFA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274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39019-A196-B121-C965-9A3301E4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F50755-F8F6-36AA-92DF-A2A78864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EDB8-2F1C-4AE4-8002-F76132043D5A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67E03C-46FD-3E5E-C0FF-91AAE1DF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9B8D8C-2AB5-FEA3-C7C2-4077500B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45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672DC1B-EB4D-0734-16F4-2C368AEE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B2E3-F119-41EB-A4D5-8F1CF7B75347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CB0B62-8BDA-DF70-C6BF-16DBD1F5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215DCD-A211-183B-76C0-FFF93587B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36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81DC9-53CF-ABBE-4B19-1499A040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79CB46-CC70-D5C5-B412-B631B92ED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4FBAD0-60C5-B4EB-13A2-4B0AACC19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ECAFCE-7F5B-C149-FBC8-852D3F31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EBE51-83EE-49A4-B56F-F6977D50062E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1846B8-B096-8EDD-93B4-B5C77C64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1954DF-3B3D-4F3E-96D4-9E87E324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9450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44CF4-8E50-0BAB-2637-84D9D066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F2AB8D-7340-BCC9-E9C5-A99D13950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637347-87AA-78B2-DC2F-415BABA7B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B72AB9-8D85-3564-EA94-C4E481E1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D5D0-A90F-45D2-9664-D047A1398629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84E33B-64D4-E2C7-3942-E1190FCF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258F17-C2ED-D566-ADB4-2B86E817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68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D3CA4-72ED-4219-3F2F-38A63869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F82D57-8899-8D49-B8C1-FF87DD064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5BA42-D832-D4B7-0438-6E2526C5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DFFC-8B2A-4B59-B9FB-98892BCF627F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6EBA64-57D8-B5F9-01F9-6E4B1004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7FAE32-F139-1C47-1BC4-23BAE62A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31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F86FB6-A806-C4C7-9C15-C342D4E05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458A97-5155-151E-89FD-764973326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E0C1C-DFA6-49A4-4118-0D492C6C5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2687-B7D2-483C-A6E7-F66A29535108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F1CFFB-6C2B-259B-2B72-12C52DC2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67800E-B57B-5AAB-C87D-74CC12C4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82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7129A-6EEF-B864-1A9B-C11B178D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B45A29-F404-07EE-9254-7D3FEF9F3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20E33C-A5D7-B6AB-B6CA-A80D2D092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FA77E-DA3E-4E96-8E51-523DD5C3D28A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7C5170-87E8-A986-82FC-0D0D7AB4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F63A82-216A-FA8E-0F56-CC5E1CD78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8875A-1BD9-4B9C-8612-B08D638FC09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250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A777E-5995-2CDA-8EFF-3B0B5A591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Идеи для использования ММО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F76F07-9411-5CC0-B147-1FB62AF5F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От Никулина Константина</a:t>
            </a:r>
          </a:p>
        </p:txBody>
      </p:sp>
    </p:spTree>
    <p:extLst>
      <p:ext uri="{BB962C8B-B14F-4D97-AF65-F5344CB8AC3E}">
        <p14:creationId xmlns:p14="http://schemas.microsoft.com/office/powerpoint/2010/main" val="339652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AB238-66D5-5EE3-FB78-EC464F6E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локализации молекулярных орбиталей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339EB-D25C-6610-19B8-A3267C0E1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Почти все (нуклеофильные и электрофильные) реакции в органике основаны на взаимодействии ВЗМО нуклеофила и НСМО электрофила. </a:t>
            </a:r>
          </a:p>
          <a:p>
            <a:r>
              <a:rPr lang="ru-RU" dirty="0"/>
              <a:t>Существуют молекулы с сопряженными электронными системами (например ароматика или сопряженные алкены), которые могут выступать как единая ВЗМО/НСМО орбиталь. Для таких случаев важно уметь определить, куда будет направлена атака.</a:t>
            </a:r>
          </a:p>
          <a:p>
            <a:r>
              <a:rPr lang="ru-RU" dirty="0"/>
              <a:t>Путем ЛКАО можно определить вклады каждой атомной орбитали в итоговую и как следствие определить электронную плотность на каждом атоме и ее доступность для атаки.</a:t>
            </a:r>
          </a:p>
          <a:p>
            <a:r>
              <a:rPr lang="ru-RU" dirty="0"/>
              <a:t>Как итог, можно будет предсказать продукт реакции</a:t>
            </a:r>
          </a:p>
          <a:p>
            <a:r>
              <a:rPr lang="ru-RU" dirty="0"/>
              <a:t>Вероятно такой проект уже есть, поэтому необходимо выбрать область поуже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4097C3-A29C-E31E-E1D8-A1A93C3D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E87A96-F9F4-D1F5-A1A5-15DCD0C2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3971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20576-4C54-46F2-E80B-B95BEA92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Спектры поглощения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A589A-73C5-26D6-FC0C-618AF7FBC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известно, энергии переходов между атомными и молекулярными орбиталями находятся в области </a:t>
            </a:r>
            <a:r>
              <a:rPr lang="en-US" dirty="0"/>
              <a:t>UV/Vis</a:t>
            </a:r>
            <a:r>
              <a:rPr lang="ru-RU" dirty="0"/>
              <a:t>. Поэтому варьируя эту энергию можно добиваться возникновения определенной окраски вещества. </a:t>
            </a:r>
          </a:p>
          <a:p>
            <a:r>
              <a:rPr lang="ru-RU" dirty="0"/>
              <a:t>Большинство органических красителей представляют из себя большие сопряженные системы, в которых, как правило, возникают близкие друг к другу по энергии МО. </a:t>
            </a:r>
          </a:p>
          <a:p>
            <a:r>
              <a:rPr lang="ru-RU" dirty="0"/>
              <a:t>Особенность здесь в том, что как правило электрон поднимается невысоко, поэтому и вернуть энергию он может испустив квант света плюс-минус той же энергии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A4847C-53C2-30C8-2FC6-8D3A57B2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6CFA2A-A85D-9516-18D6-0DA60984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065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19448-78FD-5B23-CA2C-DE2A92D3D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Люминесценция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58B16-D46E-D56F-5C1D-0C144C5B5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При сильном возбуждении электрон способен пропустить несколько энергетических уровней. Затем идет безлучевой переход (внутренняя конверсия) на уровень чуть ниже, с которого электрон возвращается в стационарное состояние. </a:t>
            </a:r>
          </a:p>
          <a:p>
            <a:r>
              <a:rPr lang="ru-RU" dirty="0"/>
              <a:t>В результате, энергия выпущенного фотона ниже энергии поглощенного. </a:t>
            </a:r>
          </a:p>
          <a:p>
            <a:r>
              <a:rPr lang="ru-RU" dirty="0"/>
              <a:t>Данное явление распространено и для неорганических веществ (например </a:t>
            </a:r>
            <a:r>
              <a:rPr lang="en-US" dirty="0"/>
              <a:t>ZnS)</a:t>
            </a:r>
            <a:r>
              <a:rPr lang="ru-RU" dirty="0"/>
              <a:t>, и для органических (например, хинин). Для органических молекул расчеты ожидаются более простыми (так как эффект обусловлен взаимодействиями в пределах 1 молекулы) 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8D41C4C-4B7D-F0D1-A122-BE4E4D02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4F6055-CFFD-ED31-4533-936D7B55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573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2BE54-DA13-DD4F-1296-B3768899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Флюоресценция и фосфоресценция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C17CB1-6590-77EA-0256-F4DD17C20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Различие между этими видами люминесценции заключается во времени, которое проводит вещество в возбужденном состоянии</a:t>
            </a:r>
          </a:p>
          <a:p>
            <a:r>
              <a:rPr lang="ru-RU" dirty="0"/>
              <a:t>В ходе внутренней конверсии или процесса поглощения система может перейти из синглетного (все электроны бьются по парам с противоположенными спинами) и триплетными (обычно 2 электрона с 1 спином). Такие переходы называются запрещенными, т.к. в процессе меняется спин, поэтому триплет</a:t>
            </a:r>
            <a:r>
              <a:rPr lang="en-US" dirty="0"/>
              <a:t>&lt;-&gt;</a:t>
            </a:r>
            <a:r>
              <a:rPr lang="ru-RU" dirty="0"/>
              <a:t>синглет проходит намного медленнее, чем синглет</a:t>
            </a:r>
            <a:r>
              <a:rPr lang="en-US" dirty="0"/>
              <a:t>&lt;-&gt;</a:t>
            </a:r>
            <a:r>
              <a:rPr lang="ru-RU" dirty="0"/>
              <a:t>синглет</a:t>
            </a:r>
          </a:p>
          <a:p>
            <a:r>
              <a:rPr lang="ru-RU" dirty="0"/>
              <a:t>Обычно именно запрещенными переходами объясняются разница во времени излучения фосфор- и флюоресценций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CF43-74FE-3AEC-87B8-8A567BEB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0A57BA-F225-B5E7-4D60-0636B76F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302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4AB88-32BA-B82D-1ACA-A77301D57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переходы на диаграмме Яблонского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F3BFF7-D76D-A419-F27F-A19BC323B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279" y="1690688"/>
            <a:ext cx="5421442" cy="5167312"/>
          </a:xfrm>
          <a:prstGeom prst="rect">
            <a:avLst/>
          </a:prstGeom>
        </p:spPr>
      </p:pic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52056BB-6B94-4711-7C16-BC147F71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7F6105-C965-13DB-8018-C4BF676E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577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35CE2-55B0-86DB-4EE8-AB390BA4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Факторы влияющие на люминесценцию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65A1ED-29DB-EEFF-27F8-D41947554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Жесткость молекулы снижает потери энергии на внутреннюю конверсию</a:t>
            </a:r>
          </a:p>
          <a:p>
            <a:r>
              <a:rPr lang="ru-RU" dirty="0"/>
              <a:t>Поляризуемость молекулы и полярность растворителя могут стабилизировать возбужденное состояние (так называемый сольватохромизм) приводя к красному смещению (то есть уменьшая энергию фотона)</a:t>
            </a:r>
          </a:p>
          <a:p>
            <a:r>
              <a:rPr lang="ru-RU" dirty="0"/>
              <a:t>Органические вещества с большими сопряженными системами хорошо подходят для люминофоров, так как имеют много близких по энергии МО, и </a:t>
            </a:r>
            <a:r>
              <a:rPr lang="el-GR" dirty="0"/>
              <a:t>π</a:t>
            </a:r>
            <a:r>
              <a:rPr lang="ru-RU" dirty="0"/>
              <a:t>-Связь мешает вращению вокруг связей. 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2E9E0DB-B124-2876-91D1-A48D59A4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3E6D76-4E10-845C-345D-919C06D8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602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FB0AB-6674-F2E6-0B73-D406CAC8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расчета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3F216D-693F-7C19-7CE7-CB2F522BC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Я некомпетентен в этой области и могу строить МО только оценочно (и то с трудом) </a:t>
            </a:r>
          </a:p>
          <a:p>
            <a:r>
              <a:rPr lang="ru-RU" dirty="0"/>
              <a:t>Читал 1 том Аткинса Шрайвера, но и там точных расчетов не нашел или не понял</a:t>
            </a:r>
            <a:endParaRPr lang="en-US" dirty="0"/>
          </a:p>
          <a:p>
            <a:r>
              <a:rPr lang="ru-RU" dirty="0"/>
              <a:t>Функция Фукуи – сравнение соответсвенного катиона и аниона для поиска </a:t>
            </a:r>
            <a:r>
              <a:rPr lang="ru-RU" dirty="0" err="1"/>
              <a:t>нуклефильных</a:t>
            </a:r>
            <a:r>
              <a:rPr lang="ru-RU" dirty="0"/>
              <a:t> и </a:t>
            </a:r>
            <a:r>
              <a:rPr lang="ru-RU" dirty="0" err="1"/>
              <a:t>электрофилльных</a:t>
            </a:r>
            <a:r>
              <a:rPr lang="ru-RU" dirty="0"/>
              <a:t> центров</a:t>
            </a:r>
          </a:p>
          <a:p>
            <a:r>
              <a:rPr lang="en-US" dirty="0"/>
              <a:t>DFT </a:t>
            </a:r>
            <a:r>
              <a:rPr lang="ru-RU" dirty="0"/>
              <a:t>и </a:t>
            </a:r>
            <a:r>
              <a:rPr lang="en-US" dirty="0"/>
              <a:t>CDFT </a:t>
            </a:r>
            <a:r>
              <a:rPr lang="ru-RU" dirty="0"/>
              <a:t>– работа с потенциалом электронной плотности</a:t>
            </a:r>
          </a:p>
          <a:p>
            <a:r>
              <a:rPr lang="ru-RU" dirty="0"/>
              <a:t>Есть метод Хюккеля (аналитический, обычно используется для пи-систем)</a:t>
            </a:r>
          </a:p>
          <a:p>
            <a:r>
              <a:rPr lang="ru-RU" dirty="0"/>
              <a:t>Хартри-Фока (почти ничего о нем не знаю, кроме того, что он считается для 1 частицы в поле созданном другими частями системы)</a:t>
            </a:r>
            <a:endParaRPr lang="en-US" dirty="0"/>
          </a:p>
          <a:p>
            <a:r>
              <a:rPr lang="en-US" dirty="0"/>
              <a:t>Time-Dependent DFT</a:t>
            </a:r>
          </a:p>
          <a:p>
            <a:r>
              <a:rPr lang="en-US" dirty="0"/>
              <a:t>Delta CSF</a:t>
            </a:r>
            <a:endParaRPr lang="ru-RU" dirty="0"/>
          </a:p>
          <a:p>
            <a:r>
              <a:rPr lang="ru-RU" dirty="0"/>
              <a:t>Из ПО видел </a:t>
            </a:r>
            <a:r>
              <a:rPr lang="en-US" dirty="0"/>
              <a:t>Avogadro, Orca</a:t>
            </a:r>
            <a:r>
              <a:rPr lang="ru-RU" dirty="0"/>
              <a:t> (из стенда другого проекта), но ими не пользовался 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2E02365-6D50-0C80-2760-2B32F956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250CC8-4C5F-1395-137E-EB07BB560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875A-1BD9-4B9C-8612-B08D638FC09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20777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548</Words>
  <Application>Microsoft Office PowerPoint</Application>
  <PresentationFormat>Широкоэкранный</PresentationFormat>
  <Paragraphs>42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Идеи для использования ММО</vt:lpstr>
      <vt:lpstr>Расчет локализации молекулярных орбиталей </vt:lpstr>
      <vt:lpstr>Спектры поглощения</vt:lpstr>
      <vt:lpstr>Люминесценция</vt:lpstr>
      <vt:lpstr>Флюоресценция и фосфоресценция </vt:lpstr>
      <vt:lpstr>Данные переходы на диаграмме Яблонского </vt:lpstr>
      <vt:lpstr>Факторы влияющие на люминесценцию</vt:lpstr>
      <vt:lpstr>Методы расчета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Константин Никулин</dc:creator>
  <cp:lastModifiedBy>Константин Никулин</cp:lastModifiedBy>
  <cp:revision>1</cp:revision>
  <dcterms:created xsi:type="dcterms:W3CDTF">2026-10-05T12:49:53Z</dcterms:created>
  <dcterms:modified xsi:type="dcterms:W3CDTF">2026-10-08T16:18:28Z</dcterms:modified>
</cp:coreProperties>
</file>